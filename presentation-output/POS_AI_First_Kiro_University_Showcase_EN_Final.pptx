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bc029b73084599" /><Relationship Type="http://schemas.openxmlformats.org/officeDocument/2006/relationships/extended-properties" Target="/docProps/app.xml" Id="R668e31564be64069" /><Relationship Type="http://schemas.openxmlformats.org/officeDocument/2006/relationships/officeDocument" Target="/ppt/presentation.xml" Id="Rd590f1d6b0f04d84" /></Relationships>
</file>

<file path=ppt/presentation.xml><?xml version="1.0" encoding="utf-8"?>
<p:presentation xmlns:p="http://schemas.openxmlformats.org/presentationml/2006/main">
  <p:sldMasterIdLst>
    <p:sldMasterId xmlns:r="http://schemas.openxmlformats.org/officeDocument/2006/relationships" id="2147483648" r:id="R3369fe67de094e13"/>
  </p:sldMasterIdLst>
  <p:notesMasterIdLst>
    <p:notesMasterId xmlns:r="http://schemas.openxmlformats.org/officeDocument/2006/relationships" r:id="Rb825a91f3c744811"/>
  </p:notesMasterIdLst>
  <p:sldIdLst>
    <p:sldId xmlns:r="http://schemas.openxmlformats.org/officeDocument/2006/relationships" id="256" r:id="R2c2a3eeb62494985"/>
    <p:sldId xmlns:r="http://schemas.openxmlformats.org/officeDocument/2006/relationships" id="257" r:id="R1690160249de4b3c"/>
    <p:sldId xmlns:r="http://schemas.openxmlformats.org/officeDocument/2006/relationships" id="258" r:id="Rb2a7f5b53b4c4f33"/>
    <p:sldId xmlns:r="http://schemas.openxmlformats.org/officeDocument/2006/relationships" id="259" r:id="R5e26e8b35b564ac4"/>
    <p:sldId xmlns:r="http://schemas.openxmlformats.org/officeDocument/2006/relationships" id="260" r:id="R59877e151eaa416f"/>
    <p:sldId xmlns:r="http://schemas.openxmlformats.org/officeDocument/2006/relationships" id="261" r:id="Rd8a0f6b5c8164b14"/>
    <p:sldId xmlns:r="http://schemas.openxmlformats.org/officeDocument/2006/relationships" id="262" r:id="R1e5ccbc09e71461d"/>
    <p:sldId xmlns:r="http://schemas.openxmlformats.org/officeDocument/2006/relationships" id="263" r:id="R76e14baa880b46c3"/>
    <p:sldId xmlns:r="http://schemas.openxmlformats.org/officeDocument/2006/relationships" id="264" r:id="R212d205f827d446a"/>
    <p:sldId xmlns:r="http://schemas.openxmlformats.org/officeDocument/2006/relationships" id="265" r:id="R3fcfba491e0846c3"/>
    <p:sldId xmlns:r="http://schemas.openxmlformats.org/officeDocument/2006/relationships" id="266" r:id="R1e003fd4976d4eb3"/>
    <p:sldId xmlns:r="http://schemas.openxmlformats.org/officeDocument/2006/relationships" id="267" r:id="R408f0ea5e4424b61"/>
    <p:sldId xmlns:r="http://schemas.openxmlformats.org/officeDocument/2006/relationships" id="268" r:id="R8fac4e49af8d48f8"/>
    <p:sldId xmlns:r="http://schemas.openxmlformats.org/officeDocument/2006/relationships" id="269" r:id="Rcd17eab144c74703"/>
    <p:sldId xmlns:r="http://schemas.openxmlformats.org/officeDocument/2006/relationships" id="270" r:id="R58f3c8229b7b41fd"/>
    <p:sldId xmlns:r="http://schemas.openxmlformats.org/officeDocument/2006/relationships" id="271" r:id="R357bc86944654226"/>
    <p:sldId xmlns:r="http://schemas.openxmlformats.org/officeDocument/2006/relationships" id="272" r:id="Rb39da3dfda1b4ded"/>
    <p:sldId xmlns:r="http://schemas.openxmlformats.org/officeDocument/2006/relationships" id="273" r:id="R23345eb3e4614476"/>
    <p:sldId xmlns:r="http://schemas.openxmlformats.org/officeDocument/2006/relationships" id="274" r:id="Rc4983eda57b14aaa"/>
    <p:sldId xmlns:r="http://schemas.openxmlformats.org/officeDocument/2006/relationships" id="275" r:id="Rbcaeccefaf604abf"/>
    <p:sldId xmlns:r="http://schemas.openxmlformats.org/officeDocument/2006/relationships" id="276" r:id="R4c0c3b7915c34e49"/>
    <p:sldId xmlns:r="http://schemas.openxmlformats.org/officeDocument/2006/relationships" id="277" r:id="Raaa92cefcf08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e5a873cdf2a41be" /><Relationship Type="http://schemas.openxmlformats.org/officeDocument/2006/relationships/slideMaster" Target="/ppt/slideMasters/slideMaster1.xml" Id="R3369fe67de094e13" /><Relationship Type="http://schemas.openxmlformats.org/officeDocument/2006/relationships/notesMaster" Target="/ppt/notesMasters/notesMaster1.xml" Id="Rb825a91f3c744811" /><Relationship Type="http://schemas.openxmlformats.org/officeDocument/2006/relationships/presProps" Target="/ppt/presProps.xml" Id="Rb4f68342bad04280" /><Relationship Type="http://schemas.openxmlformats.org/officeDocument/2006/relationships/viewProps" Target="/ppt/viewProps.xml" Id="Ra665515ea4d64e35" /><Relationship Type="http://schemas.openxmlformats.org/officeDocument/2006/relationships/tableStyles" Target="/ppt/tableStyles.xml" Id="Re8cc20a74be54573" /><Relationship Type="http://schemas.openxmlformats.org/officeDocument/2006/relationships/slide" Target="/ppt/slides/slide1.xml" Id="R2c2a3eeb62494985" /><Relationship Type="http://schemas.openxmlformats.org/officeDocument/2006/relationships/slide" Target="/ppt/slides/slide2.xml" Id="R1690160249de4b3c" /><Relationship Type="http://schemas.openxmlformats.org/officeDocument/2006/relationships/slide" Target="/ppt/slides/slide3.xml" Id="Rb2a7f5b53b4c4f33" /><Relationship Type="http://schemas.openxmlformats.org/officeDocument/2006/relationships/slide" Target="/ppt/slides/slide4.xml" Id="R5e26e8b35b564ac4" /><Relationship Type="http://schemas.openxmlformats.org/officeDocument/2006/relationships/slide" Target="/ppt/slides/slide5.xml" Id="R59877e151eaa416f" /><Relationship Type="http://schemas.openxmlformats.org/officeDocument/2006/relationships/slide" Target="/ppt/slides/slide6.xml" Id="Rd8a0f6b5c8164b14" /><Relationship Type="http://schemas.openxmlformats.org/officeDocument/2006/relationships/slide" Target="/ppt/slides/slide7.xml" Id="R1e5ccbc09e71461d" /><Relationship Type="http://schemas.openxmlformats.org/officeDocument/2006/relationships/slide" Target="/ppt/slides/slide8.xml" Id="R76e14baa880b46c3" /><Relationship Type="http://schemas.openxmlformats.org/officeDocument/2006/relationships/slide" Target="/ppt/slides/slide9.xml" Id="R212d205f827d446a" /><Relationship Type="http://schemas.openxmlformats.org/officeDocument/2006/relationships/slide" Target="/ppt/slides/slide10.xml" Id="R3fcfba491e0846c3" /><Relationship Type="http://schemas.openxmlformats.org/officeDocument/2006/relationships/slide" Target="/ppt/slides/slide11.xml" Id="R1e003fd4976d4eb3" /><Relationship Type="http://schemas.openxmlformats.org/officeDocument/2006/relationships/slide" Target="/ppt/slides/slide12.xml" Id="R408f0ea5e4424b61" /><Relationship Type="http://schemas.openxmlformats.org/officeDocument/2006/relationships/slide" Target="/ppt/slides/slide13.xml" Id="R8fac4e49af8d48f8" /><Relationship Type="http://schemas.openxmlformats.org/officeDocument/2006/relationships/slide" Target="/ppt/slides/slide14.xml" Id="Rcd17eab144c74703" /><Relationship Type="http://schemas.openxmlformats.org/officeDocument/2006/relationships/slide" Target="/ppt/slides/slide15.xml" Id="R58f3c8229b7b41fd" /><Relationship Type="http://schemas.openxmlformats.org/officeDocument/2006/relationships/slide" Target="/ppt/slides/slide16.xml" Id="R357bc86944654226" /><Relationship Type="http://schemas.openxmlformats.org/officeDocument/2006/relationships/slide" Target="/ppt/slides/slide17.xml" Id="Rb39da3dfda1b4ded" /><Relationship Type="http://schemas.openxmlformats.org/officeDocument/2006/relationships/slide" Target="/ppt/slides/slide18.xml" Id="R23345eb3e4614476" /><Relationship Type="http://schemas.openxmlformats.org/officeDocument/2006/relationships/slide" Target="/ppt/slides/slide19.xml" Id="Rc4983eda57b14aaa" /><Relationship Type="http://schemas.openxmlformats.org/officeDocument/2006/relationships/slide" Target="/ppt/slides/slide20.xml" Id="Rbcaeccefaf604abf" /><Relationship Type="http://schemas.openxmlformats.org/officeDocument/2006/relationships/slide" Target="/ppt/slides/slide21.xml" Id="R4c0c3b7915c34e49" /><Relationship Type="http://schemas.openxmlformats.org/officeDocument/2006/relationships/slide" Target="/ppt/slides/slide22.xml" Id="Raaa92cefcf08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0a8813d8984d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6ac4b91ff8415b" /><Relationship Type="http://schemas.openxmlformats.org/officeDocument/2006/relationships/notesMaster" Target="/ppt/notesMasters/notesMaster1.xml" Id="R5de5272faabe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08cb8a51064d0a" /><Relationship Type="http://schemas.openxmlformats.org/officeDocument/2006/relationships/notesMaster" Target="/ppt/notesMasters/notesMaster1.xml" Id="R3ae1f0d3d3f540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17ccc4a1e54c42" /><Relationship Type="http://schemas.openxmlformats.org/officeDocument/2006/relationships/notesMaster" Target="/ppt/notesMasters/notesMaster1.xml" Id="Rdbb63eb3116c40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0aa846bb15420c" /><Relationship Type="http://schemas.openxmlformats.org/officeDocument/2006/relationships/notesMaster" Target="/ppt/notesMasters/notesMaster1.xml" Id="R816eb0f0aac348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38eee6b4294d7a" /><Relationship Type="http://schemas.openxmlformats.org/officeDocument/2006/relationships/notesMaster" Target="/ppt/notesMasters/notesMaster1.xml" Id="R7de502f6901544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cda5c840e64dd1" /><Relationship Type="http://schemas.openxmlformats.org/officeDocument/2006/relationships/notesMaster" Target="/ppt/notesMasters/notesMaster1.xml" Id="R34664ef9244f4a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95cc94b15b4e01" /><Relationship Type="http://schemas.openxmlformats.org/officeDocument/2006/relationships/notesMaster" Target="/ppt/notesMasters/notesMaster1.xml" Id="R3a2904090e824d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4aad6159f64203" /><Relationship Type="http://schemas.openxmlformats.org/officeDocument/2006/relationships/notesMaster" Target="/ppt/notesMasters/notesMaster1.xml" Id="R5f0f2f28cd5f4d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97ab33ca1b4e2e" /><Relationship Type="http://schemas.openxmlformats.org/officeDocument/2006/relationships/notesMaster" Target="/ppt/notesMasters/notesMaster1.xml" Id="Rc260d7ae297940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b7528a9b4a4213" /><Relationship Type="http://schemas.openxmlformats.org/officeDocument/2006/relationships/notesMaster" Target="/ppt/notesMasters/notesMaster1.xml" Id="Rf787cab007014d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18986fca8b43da" /><Relationship Type="http://schemas.openxmlformats.org/officeDocument/2006/relationships/notesMaster" Target="/ppt/notesMasters/notesMaster1.xml" Id="R3b427630cd4e47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7f6ad9da854890" /><Relationship Type="http://schemas.openxmlformats.org/officeDocument/2006/relationships/notesMaster" Target="/ppt/notesMasters/notesMaster1.xml" Id="R8aa8317c853144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ab72c5be46431a" /><Relationship Type="http://schemas.openxmlformats.org/officeDocument/2006/relationships/notesMaster" Target="/ppt/notesMasters/notesMaster1.xml" Id="Rb3f3c714cac542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4ff8efc1c54ba7" /><Relationship Type="http://schemas.openxmlformats.org/officeDocument/2006/relationships/notesMaster" Target="/ppt/notesMasters/notesMaster1.xml" Id="Ra1a58f908fac43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d01edcce244714" /><Relationship Type="http://schemas.openxmlformats.org/officeDocument/2006/relationships/notesMaster" Target="/ppt/notesMasters/notesMaster1.xml" Id="Ra2af6957c83440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05c484ece84510" /><Relationship Type="http://schemas.openxmlformats.org/officeDocument/2006/relationships/notesMaster" Target="/ppt/notesMasters/notesMaster1.xml" Id="Rcf2af046ee6e43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d890db52d240a3" /><Relationship Type="http://schemas.openxmlformats.org/officeDocument/2006/relationships/notesMaster" Target="/ppt/notesMasters/notesMaster1.xml" Id="Rdef5450d318e4d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b2e572ec904894" /><Relationship Type="http://schemas.openxmlformats.org/officeDocument/2006/relationships/notesMaster" Target="/ppt/notesMasters/notesMaster1.xml" Id="R8dbdbab91c9f4e2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3f5bf6fc764fd2" /><Relationship Type="http://schemas.openxmlformats.org/officeDocument/2006/relationships/notesMaster" Target="/ppt/notesMasters/notesMaster1.xml" Id="Ree03221e5a2b44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fb9daafaa64144" /><Relationship Type="http://schemas.openxmlformats.org/officeDocument/2006/relationships/notesMaster" Target="/ppt/notesMasters/notesMaster1.xml" Id="R7194031a91724b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943cf7e33b48bc" /><Relationship Type="http://schemas.openxmlformats.org/officeDocument/2006/relationships/notesMaster" Target="/ppt/notesMasters/notesMaster1.xml" Id="Ra3554fef074e4fe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8686ab2ba1480a" /><Relationship Type="http://schemas.openxmlformats.org/officeDocument/2006/relationships/notesMaster" Target="/ppt/notesMasters/notesMaster1.xml" Id="R7999a47f70b044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Gabriel Magallon Sanchez. This is an educational showcase of an existing POS project and documented learning with Kiro. It is not an eligible final-exam submission. The original bootcamp project predates the University challenge. Official program context: https://kiro.dev/2026/university/. Official logo: https://kiro.dev/images/kiro-wordmark.png?h=0ad65a93.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taquería owner closing the day. They want to understand sales and inventory without searching through spreadsheet rows. This scenario motivates the MVP, rather than a measured market statistic.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sends a selected-language instruction to the AI provider, validates the generated query and executes accepted queries against business data. English and Spanish UI rendering and prompt selection pass local tests. A live external-provider response still needs verification. The figures on this slide are illustrative, not measured demo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program includes seven required lessons and two optional bonuses. Some lessons use the IDE, CLI or Web specifically. The maximum possible award is 5,250 credits, not an award this project has earned. The final-exam deadline is October 5, 2026 at 23:59 PDT. No lesson names or completion status are inferred. Source: https://kiro.dev/2026/university/.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repository begins July 21, 2026. The official exam requires a new project built during the challenge and a first GitHub commit on or after September 21. This showcase does not satisfy or claim that new-project requirement. Creating a repository or rewriting dates would not turn earlier work into a new build. No history changes are part of this presentation update. Source: https://kiro.dev/2026/university/.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analysis and scope decisions. The useful questions concerned the sales data model, the dashboard and the risk of executing generated SQL. Keep the walkthrough grounded in the analysis files you can actually show.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Specs clarify requirements before implementation. Steering captures recurring project rules. Powers and hooks support context and workflow automation. Dependency planning helps identify work that can proceed independently. These are development aids, not proof that every task executed without conflicts. These are documented project practices, not a mapping that proves all University lessons complete. Program source: https://kiro.dev/2026/university/.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steering files cover architecture, testing, security, quality, conventions and design patterns. They guide implementation and reduce repeated explanations. Rules are intentions and still need enforcement. Current lint findings remain, so the deck does not claim a clean lint 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Kiro workflow used local long-term memory to retain decisions and checkpoints. Start with recent context, search for relevant decisions when necessary and retrieve the full detail before resuming. Memory supports continuity but does not replace checking the current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narrative connects spec tasks with issue tracking and a board. Demonstrate the actual artifacts available for the recording rather than claiming a particular issue count or an automatically synchronized remote board. No new remote operations are part of this update.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page distinguishes IDE, CLI and Web lessons. This project contains IDE-oriented artifacts. CLI or Web completion needs actual evidence, not a diagram. No cross-device synchronization or completed University lesson is claimed here. Source: https://kiro.dev/2026/university/.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defines business entities and ports. Application services coordinate use cases, and infrastructure provides HTTP, persistence and AI adapters. The architecture separates business decisions from a particular database or hosting provider.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uses prompt restrictions, a Go validator, a read-only query connection, bounded execution and query audit records. Prompt instructions alone cannot guarantee safety. These controls reduce risk, and the application still needs operational monitoring and verification in its deployed environment.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forms validate inputs. Admin settings restrict API-key configuration by role and protect stored values with AES-GCM. The key derivation uses SESSION_SECRET, so a strong secret remains essential. The bilingual switch changes display text without translating stored business data or payment identifiers.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in English, briefly switch to Spanish and return to English. Show products, a customer, a sale and dashboard metrics. Ask a question using the available AI configuration. Prepare a recorded backup before the event. The slide contains example figures and does not claim the recording already exists.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app tests and the build pass. English is the default UI language and Spanish remains available. PostgreSQL repositories and AWS integration code also exist. The lint run still reports twelve existing findings. External AI output, hosted behavior and deployment are not verified by those local checks.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Steering and memory help maintain context. Specs clarify intent, and dependency planning supports coordination. Generated SQL needs independent safeguards. Property tests explore more inputs than a few examples, but they do not prove universal correctness. These are project reflections, not official University syllabus titles.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an AWS deployment path using Lambda, PostgreSQL and Bedrock, with infrastructure definitions. The diagram describes that implementation path, not a verified running production environment. The current next deployment target is Render, not an AWS rollout.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ports allow SQLite and PostgreSQL implementations to serve the same business use cases. The earlier zero-lines-changed migration claim needs historical diff evidence, so this slide explains the separation without asserting that application or templates never changed. The current language work explicitly changes both.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 free-plan deployment is a requested next step, not a completed result. Confirm the supported runtime, database persistence approach, environment variables and credentials before deployment. Validate login, language switching, a sale, health and AI responses on the hosted service. This deck makes no pricing, persistent-disk or deployment-duration promise.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Render preparation, resolve durable storage and configure secrets. Then deploy within an explicitly authorized remote scope and verify the hosted demo. Conversation history, multiple branches, offline synchronization and forecasting remain future ideas, not implemented features.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This educational showcase preserves the existing project history and makes no final-exam eligibility or earned-credit claim. Program source: https://kiro.dev/2026/university/. Official Kiro logo: https://kiro.dev/images/kiro-wordmark.png?h=0ad65a93.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71b0685a5946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b75bb7a03e469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330B2A-A391-488D-B921-0027362E8E7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 name="Text 1">
            <a:extLst xmlns:a="http://schemas.openxmlformats.org/drawingml/2006/main">
              <a:ext uri="{FF2B5EF4-FFF2-40B4-BE49-F238E27FC236}">
                <a16:creationId xmlns:a16="http://schemas.microsoft.com/office/drawing/2014/main" id="{17B040FF-E669-4541-86B0-D350EEB34B4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579F53C3-4E9E-452D-B1F9-51CD4BC7890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daba2403d54eb9" /><Relationship Type="http://schemas.openxmlformats.org/officeDocument/2006/relationships/slideLayout" Target="/ppt/slideLayouts/slideLayout1.xml" Id="R6b5670ce9f7341db" /><Relationship Type="http://schemas.openxmlformats.org/officeDocument/2006/relationships/slideLayout" Target="/ppt/slideLayouts/slideLayout2.xml" Id="R4023651d7a0a43e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5670ce9f7341db"/>
    <p:sldLayoutId xmlns:r="http://schemas.openxmlformats.org/officeDocument/2006/relationships" id="2147483650" r:id="R4023651d7a0a43e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d5c0c4bf6a48ba" /><Relationship Type="http://schemas.openxmlformats.org/officeDocument/2006/relationships/image" Target="/ppt/media/image.png" Id="R8a341b8a630948ad" /><Relationship Type="http://schemas.openxmlformats.org/officeDocument/2006/relationships/image" Target="/ppt/media/image2.png" Id="R5e423ec48aaf4faf" /><Relationship Type="http://schemas.openxmlformats.org/officeDocument/2006/relationships/notesSlide" Target="/ppt/notesSlides/notesSlide1.xml" Id="R5e79f26f34ef4f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c05ec034384911" /><Relationship Type="http://schemas.openxmlformats.org/officeDocument/2006/relationships/image" Target="/ppt/media/image3.png" Id="R9f74755535524b2b" /><Relationship Type="http://schemas.openxmlformats.org/officeDocument/2006/relationships/notesSlide" Target="/ppt/notesSlides/notesSlide2.xml" Id="R9a7e0d090dc546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ab4c635f2a4841" /><Relationship Type="http://schemas.openxmlformats.org/officeDocument/2006/relationships/notesSlide" Target="/ppt/notesSlides/notesSlide3.xml" Id="R5238e1b11d1b42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0f7e9359bd41b0" /><Relationship Type="http://schemas.openxmlformats.org/officeDocument/2006/relationships/notesSlide" Target="/ppt/notesSlides/notesSlide4.xml" Id="R83704491907b4d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c2d9f5691a483d" /><Relationship Type="http://schemas.openxmlformats.org/officeDocument/2006/relationships/notesSlide" Target="/ppt/notesSlides/notesSlide5.xml" Id="R5d18317b0280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0f60ec2a8a44f9" /><Relationship Type="http://schemas.openxmlformats.org/officeDocument/2006/relationships/notesSlide" Target="/ppt/notesSlides/notesSlide6.xml" Id="R16e6cb36b02649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9bd0a416534392" /><Relationship Type="http://schemas.openxmlformats.org/officeDocument/2006/relationships/notesSlide" Target="/ppt/notesSlides/notesSlide7.xml" Id="R84f34cbe397944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220098ec504140" /><Relationship Type="http://schemas.openxmlformats.org/officeDocument/2006/relationships/notesSlide" Target="/ppt/notesSlides/notesSlide8.xml" Id="Rdd8c249804fa40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9daeb594c34ebe" /><Relationship Type="http://schemas.openxmlformats.org/officeDocument/2006/relationships/notesSlide" Target="/ppt/notesSlides/notesSlide9.xml" Id="R459057f5fcaa4f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f01c3cb982411a" /><Relationship Type="http://schemas.openxmlformats.org/officeDocument/2006/relationships/notesSlide" Target="/ppt/notesSlides/notesSlide10.xml" Id="R5a100b764f104b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ad71073cdc4586" /><Relationship Type="http://schemas.openxmlformats.org/officeDocument/2006/relationships/notesSlide" Target="/ppt/notesSlides/notesSlide11.xml" Id="Rd452ecf2148045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9255b1cb0e471a" /><Relationship Type="http://schemas.openxmlformats.org/officeDocument/2006/relationships/notesSlide" Target="/ppt/notesSlides/notesSlide12.xml" Id="Rae38d381e48c42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e07fb059064f8e" /><Relationship Type="http://schemas.openxmlformats.org/officeDocument/2006/relationships/notesSlide" Target="/ppt/notesSlides/notesSlide13.xml" Id="R73e1162fa1f345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e5dcfe22ce9447c" /><Relationship Type="http://schemas.openxmlformats.org/officeDocument/2006/relationships/notesSlide" Target="/ppt/notesSlides/notesSlide14.xml" Id="Rbd277230d49340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426e052efa4ba4" /><Relationship Type="http://schemas.openxmlformats.org/officeDocument/2006/relationships/notesSlide" Target="/ppt/notesSlides/notesSlide15.xml" Id="R5c3b8bebb74942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e3da82593f4dda" /><Relationship Type="http://schemas.openxmlformats.org/officeDocument/2006/relationships/notesSlide" Target="/ppt/notesSlides/notesSlide16.xml" Id="R150f9a3e195d4d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3f32da10e84a86" /><Relationship Type="http://schemas.openxmlformats.org/officeDocument/2006/relationships/notesSlide" Target="/ppt/notesSlides/notesSlide17.xml" Id="R0b91804955084a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9a2af4a7f104880" /><Relationship Type="http://schemas.openxmlformats.org/officeDocument/2006/relationships/notesSlide" Target="/ppt/notesSlides/notesSlide18.xml" Id="Rf08bfb6ea52549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6b91ec847c43d5" /><Relationship Type="http://schemas.openxmlformats.org/officeDocument/2006/relationships/notesSlide" Target="/ppt/notesSlides/notesSlide19.xml" Id="Rd0d676d5991e44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6dd1c3c6d2a4c69" /><Relationship Type="http://schemas.openxmlformats.org/officeDocument/2006/relationships/notesSlide" Target="/ppt/notesSlides/notesSlide20.xml" Id="R784906e246744c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fb7d98875e4612" /><Relationship Type="http://schemas.openxmlformats.org/officeDocument/2006/relationships/notesSlide" Target="/ppt/notesSlides/notesSlide21.xml" Id="R4ba7864ff0cc43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226baa989c34adb" /><Relationship Type="http://schemas.openxmlformats.org/officeDocument/2006/relationships/image" Target="/ppt/media/image.png" Id="Rd02a21e042a141ff" /><Relationship Type="http://schemas.openxmlformats.org/officeDocument/2006/relationships/image" Target="/ppt/media/image4.png" Id="R87f1b0b9d4814f56" /><Relationship Type="http://schemas.openxmlformats.org/officeDocument/2006/relationships/notesSlide" Target="/ppt/notesSlides/notesSlide22.xml" Id="R57f7555755334a46"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8a341b8a630948ad"/>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AD9974C-378B-401C-9CAB-DCF7AF62D8A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67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933F73EB-854D-43AD-98F4-93A5C59E1EBA}"/>
              </a:ext>
            </a:extLst>
          </p:cNvPr>
          <p:cNvSpPr>
            <a:spLocks xmlns:a="http://schemas.openxmlformats.org/drawingml/2006/main" noGrp="1"/>
          </p:cNvSpPr>
          <p:nvPr/>
        </p:nvSpPr>
        <p:spPr>
          <a:xfrm xmlns:a="http://schemas.openxmlformats.org/drawingml/2006/main">
            <a:off x="0" y="0"/>
            <a:ext cx="6537960" cy="6858000"/>
          </a:xfrm>
          <a:prstGeom xmlns:a="http://schemas.openxmlformats.org/drawingml/2006/main" prst="rect">
            <a:avLst/>
          </a:prstGeom>
          <a:solidFill xmlns:a="http://schemas.openxmlformats.org/drawingml/2006/main">
            <a:srgbClr val="07111F">
              <a:alpha val="92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5B84098A-D350-4E11-83C3-75302B1EC663}"/>
              </a:ext>
            </a:extLst>
          </p:cNvPr>
          <p:cNvSpPr>
            <a:spLocks xmlns:a="http://schemas.openxmlformats.org/drawingml/2006/main" noGrp="1"/>
          </p:cNvSpPr>
          <p:nvPr/>
        </p:nvSpPr>
        <p:spPr>
          <a:xfrm xmlns:a="http://schemas.openxmlformats.org/drawingml/2006/main">
            <a:off x="658368" y="676656"/>
            <a:ext cx="1508760"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6" name="Text 3">
            <a:extLst xmlns:a="http://schemas.openxmlformats.org/drawingml/2006/main">
              <a:ext uri="{FF2B5EF4-FFF2-40B4-BE49-F238E27FC236}">
                <a16:creationId xmlns:a16="http://schemas.microsoft.com/office/drawing/2014/main" id="{EF69DCC2-1DF8-44EE-9DC0-5D4ADD09FDCF}"/>
              </a:ext>
            </a:extLst>
          </p:cNvPr>
          <p:cNvSpPr>
            <a:spLocks xmlns:a="http://schemas.openxmlformats.org/drawingml/2006/main" noGrp="1"/>
          </p:cNvSpPr>
          <p:nvPr/>
        </p:nvSpPr>
        <p:spPr>
          <a:xfrm xmlns:a="http://schemas.openxmlformats.org/drawingml/2006/main">
            <a:off x="731520" y="694944"/>
            <a:ext cx="136245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SHOWCASE 2026</a:t>
            </a:r>
            <a:endParaRPr sz="820"/>
          </a:p>
        </p:txBody>
      </p:sp>
      <p:sp>
        <p:nvSpPr>
          <p:cNvPr id="7" name="Text 4">
            <a:extLst xmlns:a="http://schemas.openxmlformats.org/drawingml/2006/main">
              <a:ext uri="{FF2B5EF4-FFF2-40B4-BE49-F238E27FC236}">
                <a16:creationId xmlns:a16="http://schemas.microsoft.com/office/drawing/2014/main" id="{A82A9828-88EB-4F3F-9789-AE7A90B2BEBB}"/>
              </a:ext>
            </a:extLst>
          </p:cNvPr>
          <p:cNvSpPr>
            <a:spLocks xmlns:a="http://schemas.openxmlformats.org/drawingml/2006/main" noGrp="1"/>
          </p:cNvSpPr>
          <p:nvPr/>
        </p:nvSpPr>
        <p:spPr>
          <a:xfrm xmlns:a="http://schemas.openxmlformats.org/drawingml/2006/main">
            <a:off x="658368" y="1261872"/>
            <a:ext cx="512064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3500" b="1">
                <a:solidFill>
                  <a:srgbClr val="FFFFFF"/>
                </a:solidFill>
                <a:latin typeface="Aptos"/>
                <a:ea typeface="Aptos"/>
                <a:cs typeface="Aptos"/>
              </a:rPr>
              <a:t>POS AI-First</a:t>
            </a:r>
            <a:endParaRPr sz="3500"/>
          </a:p>
          <a:p xmlns:a="http://schemas.openxmlformats.org/drawingml/2006/main">
            <a:pPr marL="0" indent="0" algn="l">
              <a:buNone/>
            </a:pPr>
            <a:r>
              <a:rPr sz="3500" b="1">
                <a:solidFill>
                  <a:srgbClr val="FFFFFF"/>
                </a:solidFill>
                <a:latin typeface="Aptos"/>
                <a:ea typeface="Aptos"/>
                <a:cs typeface="Aptos"/>
              </a:rPr>
              <a:t>MVP</a:t>
            </a:r>
            <a:endParaRPr sz="3500"/>
          </a:p>
        </p:txBody>
      </p:sp>
      <p:sp>
        <p:nvSpPr>
          <p:cNvPr id="8" name="Text 5">
            <a:extLst xmlns:a="http://schemas.openxmlformats.org/drawingml/2006/main">
              <a:ext uri="{FF2B5EF4-FFF2-40B4-BE49-F238E27FC236}">
                <a16:creationId xmlns:a16="http://schemas.microsoft.com/office/drawing/2014/main" id="{D177470A-31AC-440F-9230-8E13FAA817A2}"/>
              </a:ext>
            </a:extLst>
          </p:cNvPr>
          <p:cNvSpPr>
            <a:spLocks xmlns:a="http://schemas.openxmlformats.org/drawingml/2006/main" noGrp="1"/>
          </p:cNvSpPr>
          <p:nvPr/>
        </p:nvSpPr>
        <p:spPr>
          <a:xfrm xmlns:a="http://schemas.openxmlformats.org/drawingml/2006/main">
            <a:off x="694944" y="277063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Your business answers questions.</a:t>
            </a:r>
            <a:endParaRPr sz="1800"/>
          </a:p>
        </p:txBody>
      </p:sp>
      <p:sp>
        <p:nvSpPr>
          <p:cNvPr id="9" name="Text 6">
            <a:extLst xmlns:a="http://schemas.openxmlformats.org/drawingml/2006/main">
              <a:ext uri="{FF2B5EF4-FFF2-40B4-BE49-F238E27FC236}">
                <a16:creationId xmlns:a16="http://schemas.microsoft.com/office/drawing/2014/main" id="{A564746B-5500-41B0-B21A-D808E4AFF9D9}"/>
              </a:ext>
            </a:extLst>
          </p:cNvPr>
          <p:cNvSpPr>
            <a:spLocks xmlns:a="http://schemas.openxmlformats.org/drawingml/2006/main" noGrp="1"/>
          </p:cNvSpPr>
          <p:nvPr/>
        </p:nvSpPr>
        <p:spPr>
          <a:xfrm xmlns:a="http://schemas.openxmlformats.org/drawingml/2006/main">
            <a:off x="694944" y="3401568"/>
            <a:ext cx="4663440" cy="8046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a:solidFill>
                  <a:srgbClr val="F5F7FB"/>
                </a:solidFill>
                <a:latin typeface="Aptos"/>
                <a:ea typeface="Aptos"/>
                <a:cs typeface="Aptos"/>
              </a:rPr>
              <a:t>A point of sale where asking your data feels as natural as sending a message.</a:t>
            </a:r>
            <a:endParaRPr sz="1400"/>
          </a:p>
        </p:txBody>
      </p:sp>
      <p:sp>
        <p:nvSpPr>
          <p:cNvPr id="10" name="Shape 7">
            <a:extLst xmlns:a="http://schemas.openxmlformats.org/drawingml/2006/main">
              <a:ext uri="{FF2B5EF4-FFF2-40B4-BE49-F238E27FC236}">
                <a16:creationId xmlns:a16="http://schemas.microsoft.com/office/drawing/2014/main" id="{76C98B66-F095-4A71-8B51-F98A3B564D52}"/>
              </a:ext>
            </a:extLst>
          </p:cNvPr>
          <p:cNvSpPr>
            <a:spLocks xmlns:a="http://schemas.openxmlformats.org/drawingml/2006/main" noGrp="1"/>
          </p:cNvSpPr>
          <p:nvPr/>
        </p:nvSpPr>
        <p:spPr>
          <a:xfrm xmlns:a="http://schemas.openxmlformats.org/drawingml/2006/main">
            <a:off x="694944" y="5166360"/>
            <a:ext cx="441655" cy="441655"/>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1" name="Shape 8">
            <a:extLst xmlns:a="http://schemas.openxmlformats.org/drawingml/2006/main">
              <a:ext uri="{FF2B5EF4-FFF2-40B4-BE49-F238E27FC236}">
                <a16:creationId xmlns:a16="http://schemas.microsoft.com/office/drawing/2014/main" id="{DEBF64B9-37FE-477B-ADB0-70B37B134D59}"/>
              </a:ext>
            </a:extLst>
          </p:cNvPr>
          <p:cNvSpPr>
            <a:spLocks xmlns:a="http://schemas.openxmlformats.org/drawingml/2006/main" noGrp="1"/>
          </p:cNvSpPr>
          <p:nvPr/>
        </p:nvSpPr>
        <p:spPr>
          <a:xfrm xmlns:a="http://schemas.openxmlformats.org/drawingml/2006/main">
            <a:off x="800100" y="5366156"/>
            <a:ext cx="231343" cy="0"/>
          </a:xfrm>
          <a:prstGeom xmlns:a="http://schemas.openxmlformats.org/drawingml/2006/main" prst="line">
            <a:avLst/>
          </a:prstGeom>
          <a:noFill xmlns:a="http://schemas.openxmlformats.org/drawingml/2006/main"/>
          <a:ln xmlns:a="http://schemas.openxmlformats.org/drawingml/2006/main" w="29210">
            <a:solidFill>
              <a:srgbClr val="101827"/>
            </a:solidFill>
            <a:prstDash val="solid"/>
          </a:ln>
        </p:spPr>
      </p:sp>
      <p:sp>
        <p:nvSpPr>
          <p:cNvPr id="12" name="Text 9">
            <a:extLst xmlns:a="http://schemas.openxmlformats.org/drawingml/2006/main">
              <a:ext uri="{FF2B5EF4-FFF2-40B4-BE49-F238E27FC236}">
                <a16:creationId xmlns:a16="http://schemas.microsoft.com/office/drawing/2014/main" id="{296EF251-6DC5-4259-99B9-34459EAEC92B}"/>
              </a:ext>
            </a:extLst>
          </p:cNvPr>
          <p:cNvSpPr>
            <a:spLocks xmlns:a="http://schemas.openxmlformats.org/drawingml/2006/main" noGrp="1"/>
          </p:cNvSpPr>
          <p:nvPr/>
        </p:nvSpPr>
        <p:spPr>
          <a:xfrm xmlns:a="http://schemas.openxmlformats.org/drawingml/2006/main">
            <a:off x="1220724" y="5155844"/>
            <a:ext cx="1703527" cy="44165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95" b="1">
                <a:solidFill>
                  <a:srgbClr val="FFFFFF"/>
                </a:solidFill>
                <a:latin typeface="Aptos"/>
                <a:ea typeface="Aptos"/>
                <a:cs typeface="Aptos"/>
              </a:rPr>
              <a:t>código facilito</a:t>
            </a:r>
            <a:endParaRPr sz="1495"/>
          </a:p>
        </p:txBody>
      </p:sp>
      <p:sp>
        <p:nvSpPr>
          <p:cNvPr id="13" name="Text 10">
            <a:extLst xmlns:a="http://schemas.openxmlformats.org/drawingml/2006/main">
              <a:ext uri="{FF2B5EF4-FFF2-40B4-BE49-F238E27FC236}">
                <a16:creationId xmlns:a16="http://schemas.microsoft.com/office/drawing/2014/main" id="{95B9DF30-D711-48E8-9C7E-04E92F06E401}"/>
              </a:ext>
            </a:extLst>
          </p:cNvPr>
          <p:cNvSpPr>
            <a:spLocks xmlns:a="http://schemas.openxmlformats.org/drawingml/2006/main" noGrp="1"/>
          </p:cNvSpPr>
          <p:nvPr/>
        </p:nvSpPr>
        <p:spPr>
          <a:xfrm xmlns:a="http://schemas.openxmlformats.org/drawingml/2006/main">
            <a:off x="3029407" y="5197907"/>
            <a:ext cx="273406" cy="35753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10" b="1">
                <a:solidFill>
                  <a:srgbClr val="A7B3C7"/>
                </a:solidFill>
                <a:latin typeface="Aptos"/>
                <a:ea typeface="Aptos"/>
                <a:cs typeface="Aptos"/>
              </a:rPr>
              <a:t>×</a:t>
            </a:r>
            <a:endParaRPr sz="1610"/>
          </a:p>
        </p:txBody>
      </p:sp>
      <p:sp>
        <p:nvSpPr>
          <p:cNvPr id="18" name="Text 15">
            <a:extLst xmlns:a="http://schemas.openxmlformats.org/drawingml/2006/main">
              <a:ext uri="{FF2B5EF4-FFF2-40B4-BE49-F238E27FC236}">
                <a16:creationId xmlns:a16="http://schemas.microsoft.com/office/drawing/2014/main" id="{2248A421-F9E3-4868-9B18-73D44E964506}"/>
              </a:ext>
            </a:extLst>
          </p:cNvPr>
          <p:cNvSpPr>
            <a:spLocks xmlns:a="http://schemas.openxmlformats.org/drawingml/2006/main" noGrp="1"/>
          </p:cNvSpPr>
          <p:nvPr/>
        </p:nvSpPr>
        <p:spPr>
          <a:xfrm xmlns:a="http://schemas.openxmlformats.org/drawingml/2006/main">
            <a:off x="713232" y="5742432"/>
            <a:ext cx="4114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Kiro University learning showcase</a:t>
            </a:r>
            <a:endParaRPr sz="1000"/>
          </a:p>
        </p:txBody>
      </p:sp>
      <p:sp>
        <p:nvSpPr>
          <p:cNvPr id="19" name="Text 5">
            <a:extLst xmlns:a="http://schemas.openxmlformats.org/drawingml/2006/main">
              <a:ext uri="{FF2B5EF4-FFF2-40B4-BE49-F238E27FC236}">
                <a16:creationId xmlns:a16="http://schemas.microsoft.com/office/drawing/2014/main" id="{5B17017D-A839-26ED-4F1F-6EE4516410A4}"/>
              </a:ext>
            </a:extLst>
          </p:cNvPr>
          <p:cNvSpPr>
            <a:spLocks xmlns:a="http://schemas.openxmlformats.org/drawingml/2006/main" noGrp="1"/>
          </p:cNvSpPr>
          <p:nvPr/>
        </p:nvSpPr>
        <p:spPr>
          <a:xfrm xmlns:a="http://schemas.openxmlformats.org/drawingml/2006/main">
            <a:off x="7533894" y="57607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Gabriel </a:t>
            </a:r>
            <a:r>
              <a:rPr sz="1800" b="1">
                <a:solidFill>
                  <a:srgbClr val="31D7FF"/>
                </a:solidFill>
                <a:latin typeface="Aptos"/>
                <a:ea typeface="Aptos"/>
                <a:cs typeface="Aptos"/>
              </a:rPr>
              <a:t>Magallon</a:t>
            </a:r>
            <a:r>
              <a:rPr sz="1800" b="1">
                <a:solidFill>
                  <a:srgbClr val="31D7FF"/>
                </a:solidFill>
                <a:latin typeface="Aptos"/>
                <a:ea typeface="Aptos"/>
                <a:cs typeface="Aptos"/>
              </a:rPr>
              <a:t> Sanchez</a:t>
            </a:r>
            <a:endParaRPr sz="1800"/>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e423ec48aaf4faf"/>
          <a:stretch xmlns:a="http://schemas.openxmlformats.org/drawingml/2006/main"/>
        </p:blipFill>
        <p:spPr>
          <a:xfrm xmlns:a="http://schemas.openxmlformats.org/drawingml/2006/main">
            <a:off x="3390900" y="5210391"/>
            <a:ext cx="1104900" cy="344469"/>
          </a:xfrm>
          <a:prstGeom xmlns:a="http://schemas.openxmlformats.org/drawingml/2006/main" prst="rect">
            <a:avLst/>
          </a:prstGeom>
        </p:spPr>
      </p:pic>
    </p:spTree>
    <p:extLst>
      <p:ext uri="{BB962C8B-B14F-4D97-AF65-F5344CB8AC3E}">
        <p14:creationId xmlns:p14="http://schemas.microsoft.com/office/powerpoint/2010/main" val="850701424"/>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C3F649C-EC56-4DA3-8FB9-9E86226D035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A073DE1-03E7-49D6-835A-E8AFEDB406C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ECCF0D11-56C7-4A07-9112-96AACC3303A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627C43EA-A0E1-481F-BF92-9F277240A345}"/>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01 · PROBLEM</a:t>
            </a:r>
            <a:endParaRPr sz="900"/>
          </a:p>
        </p:txBody>
      </p:sp>
      <p:sp>
        <p:nvSpPr>
          <p:cNvPr id="6" name="Text 4">
            <a:extLst xmlns:a="http://schemas.openxmlformats.org/drawingml/2006/main">
              <a:ext uri="{FF2B5EF4-FFF2-40B4-BE49-F238E27FC236}">
                <a16:creationId xmlns:a16="http://schemas.microsoft.com/office/drawing/2014/main" id="{0C1FF3EC-15EE-4F9C-BC57-90EB9A78E8E2}"/>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The owner needs answers, not more reports</a:t>
            </a:r>
            <a:endParaRPr sz="27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9f74755535524b2b"/>
          <a:stretch xmlns:a="http://schemas.openxmlformats.org/drawingml/2006/main">
            <a:fillRect l="0" t="0" r="0" b="0"/>
          </a:stretch>
        </p:blipFill>
        <p:spPr>
          <a:xfrm xmlns:a="http://schemas.openxmlformats.org/drawingml/2006/main">
            <a:off x="594360" y="1572768"/>
            <a:ext cx="11000232" cy="4407408"/>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6AC4D70A-6222-40EA-A652-A75F698F9AAB}"/>
              </a:ext>
            </a:extLst>
          </p:cNvPr>
          <p:cNvSpPr>
            <a:spLocks xmlns:a="http://schemas.openxmlformats.org/drawingml/2006/main" noGrp="1"/>
          </p:cNvSpPr>
          <p:nvPr/>
        </p:nvSpPr>
        <p:spPr>
          <a:xfrm xmlns:a="http://schemas.openxmlformats.org/drawingml/2006/main">
            <a:off x="795528" y="4663440"/>
            <a:ext cx="3154680" cy="987552"/>
          </a:xfrm>
          <a:prstGeom xmlns:a="http://schemas.openxmlformats.org/drawingml/2006/main" prst="roundRect">
            <a:avLst/>
          </a:prstGeom>
          <a:solidFill xmlns:a="http://schemas.openxmlformats.org/drawingml/2006/main">
            <a:srgbClr val="101827">
              <a:alpha val="96000"/>
            </a:srgbClr>
          </a:solidFill>
          <a:ln xmlns:a="http://schemas.openxmlformats.org/drawingml/2006/main" w="17780">
            <a:solidFill>
              <a:srgbClr val="FF6B6B"/>
            </a:solidFill>
            <a:prstDash val="solid"/>
          </a:ln>
        </p:spPr>
      </p:sp>
      <p:sp>
        <p:nvSpPr>
          <p:cNvPr id="9" name="Text 6">
            <a:extLst xmlns:a="http://schemas.openxmlformats.org/drawingml/2006/main">
              <a:ext uri="{FF2B5EF4-FFF2-40B4-BE49-F238E27FC236}">
                <a16:creationId xmlns:a16="http://schemas.microsoft.com/office/drawing/2014/main" id="{B16D6D3E-6C31-4A31-8D91-13AAB2666324}"/>
              </a:ext>
            </a:extLst>
          </p:cNvPr>
          <p:cNvSpPr>
            <a:spLocks xmlns:a="http://schemas.openxmlformats.org/drawingml/2006/main" noGrp="1"/>
          </p:cNvSpPr>
          <p:nvPr/>
        </p:nvSpPr>
        <p:spPr>
          <a:xfrm xmlns:a="http://schemas.openxmlformats.org/drawingml/2006/main">
            <a:off x="1005840" y="4864608"/>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lnSpcReduction="10000"/>
          </a:bodyPr>
          <a:lstStyle xmlns:a="http://schemas.openxmlformats.org/drawingml/2006/main"/>
          <a:p xmlns:a="http://schemas.openxmlformats.org/drawingml/2006/main">
            <a:pPr marL="0" indent="0" algn="l">
              <a:buNone/>
            </a:pPr>
            <a:r>
              <a:rPr sz="1700" b="1">
                <a:solidFill>
                  <a:srgbClr val="FFFFFF"/>
                </a:solidFill>
                <a:latin typeface="Aptos"/>
                <a:ea typeface="Aptos"/>
                <a:cs typeface="Aptos"/>
              </a:rPr>
              <a:t>“What did I sell today?”</a:t>
            </a:r>
            <a:endParaRPr sz="1700"/>
          </a:p>
        </p:txBody>
      </p:sp>
      <p:sp>
        <p:nvSpPr>
          <p:cNvPr id="10" name="Text 7">
            <a:extLst xmlns:a="http://schemas.openxmlformats.org/drawingml/2006/main">
              <a:ext uri="{FF2B5EF4-FFF2-40B4-BE49-F238E27FC236}">
                <a16:creationId xmlns:a16="http://schemas.microsoft.com/office/drawing/2014/main" id="{0B1700A3-F6FA-4E21-A5B8-BF113C868E8D}"/>
              </a:ext>
            </a:extLst>
          </p:cNvPr>
          <p:cNvSpPr>
            <a:spLocks xmlns:a="http://schemas.openxmlformats.org/drawingml/2006/main" noGrp="1"/>
          </p:cNvSpPr>
          <p:nvPr/>
        </p:nvSpPr>
        <p:spPr>
          <a:xfrm xmlns:a="http://schemas.openxmlformats.org/drawingml/2006/main">
            <a:off x="1005840" y="521208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a:solidFill>
                  <a:srgbClr val="A7B3C7"/>
                </a:solidFill>
                <a:latin typeface="Aptos"/>
                <a:ea typeface="Aptos"/>
                <a:cs typeface="Aptos"/>
              </a:rPr>
              <a:t>Without spreadsheet filters or manual totals.</a:t>
            </a:r>
            <a:endParaRPr sz="950"/>
          </a:p>
        </p:txBody>
      </p:sp>
      <p:sp>
        <p:nvSpPr>
          <p:cNvPr id="11" name="Shape 8">
            <a:extLst xmlns:a="http://schemas.openxmlformats.org/drawingml/2006/main">
              <a:ext uri="{FF2B5EF4-FFF2-40B4-BE49-F238E27FC236}">
                <a16:creationId xmlns:a16="http://schemas.microsoft.com/office/drawing/2014/main" id="{46CA4D4A-0680-4B71-8D68-A933089B55CD}"/>
              </a:ext>
            </a:extLst>
          </p:cNvPr>
          <p:cNvSpPr>
            <a:spLocks xmlns:a="http://schemas.openxmlformats.org/drawingml/2006/main" noGrp="1"/>
          </p:cNvSpPr>
          <p:nvPr/>
        </p:nvSpPr>
        <p:spPr>
          <a:xfrm xmlns:a="http://schemas.openxmlformats.org/drawingml/2006/main">
            <a:off x="7799832" y="4663440"/>
            <a:ext cx="3154680" cy="987552"/>
          </a:xfrm>
          <a:prstGeom xmlns:a="http://schemas.openxmlformats.org/drawingml/2006/main" prst="roundRect">
            <a:avLst/>
          </a:prstGeom>
          <a:solidFill xmlns:a="http://schemas.openxmlformats.org/drawingml/2006/main">
            <a:srgbClr val="FFFFFF">
              <a:alpha val="98000"/>
            </a:srgbClr>
          </a:solidFill>
          <a:ln xmlns:a="http://schemas.openxmlformats.org/drawingml/2006/main" w="17780">
            <a:solidFill>
              <a:srgbClr val="31D7FF"/>
            </a:solidFill>
            <a:prstDash val="solid"/>
          </a:ln>
        </p:spPr>
      </p:sp>
      <p:sp>
        <p:nvSpPr>
          <p:cNvPr id="12" name="Text 9">
            <a:extLst xmlns:a="http://schemas.openxmlformats.org/drawingml/2006/main">
              <a:ext uri="{FF2B5EF4-FFF2-40B4-BE49-F238E27FC236}">
                <a16:creationId xmlns:a16="http://schemas.microsoft.com/office/drawing/2014/main" id="{41091159-AE80-43FC-82A3-5302853628CA}"/>
              </a:ext>
            </a:extLst>
          </p:cNvPr>
          <p:cNvSpPr>
            <a:spLocks xmlns:a="http://schemas.openxmlformats.org/drawingml/2006/main" noGrp="1"/>
          </p:cNvSpPr>
          <p:nvPr/>
        </p:nvSpPr>
        <p:spPr>
          <a:xfrm xmlns:a="http://schemas.openxmlformats.org/drawingml/2006/main">
            <a:off x="8046720" y="4855464"/>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lnSpcReduction="10000"/>
          </a:bodyPr>
          <a:lstStyle xmlns:a="http://schemas.openxmlformats.org/drawingml/2006/main"/>
          <a:p xmlns:a="http://schemas.openxmlformats.org/drawingml/2006/main">
            <a:pPr marL="0" indent="0" algn="l">
              <a:buNone/>
            </a:pPr>
            <a:r>
              <a:rPr sz="1700" b="1">
                <a:solidFill>
                  <a:srgbClr val="101827"/>
                </a:solidFill>
                <a:latin typeface="Aptos"/>
                <a:ea typeface="Aptos"/>
                <a:cs typeface="Aptos"/>
              </a:rPr>
              <a:t>A direct answer</a:t>
            </a:r>
            <a:endParaRPr sz="1700"/>
          </a:p>
        </p:txBody>
      </p:sp>
      <p:sp>
        <p:nvSpPr>
          <p:cNvPr id="13" name="Text 10">
            <a:extLst xmlns:a="http://schemas.openxmlformats.org/drawingml/2006/main">
              <a:ext uri="{FF2B5EF4-FFF2-40B4-BE49-F238E27FC236}">
                <a16:creationId xmlns:a16="http://schemas.microsoft.com/office/drawing/2014/main" id="{42A38AB0-27C1-4D18-AC35-8C3537A214B0}"/>
              </a:ext>
            </a:extLst>
          </p:cNvPr>
          <p:cNvSpPr>
            <a:spLocks xmlns:a="http://schemas.openxmlformats.org/drawingml/2006/main" noGrp="1"/>
          </p:cNvSpPr>
          <p:nvPr/>
        </p:nvSpPr>
        <p:spPr>
          <a:xfrm xmlns:a="http://schemas.openxmlformats.org/drawingml/2006/main">
            <a:off x="8046720" y="5212080"/>
            <a:ext cx="2651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a:solidFill>
                  <a:srgbClr val="526071"/>
                </a:solidFill>
                <a:latin typeface="Aptos"/>
                <a:ea typeface="Aptos"/>
                <a:cs typeface="Aptos"/>
              </a:rPr>
              <a:t>Business data in natural language.</a:t>
            </a:r>
            <a:endParaRPr sz="950"/>
          </a:p>
        </p:txBody>
      </p:sp>
    </p:spTree>
    <p:extLst>
      <p:ext uri="{BB962C8B-B14F-4D97-AF65-F5344CB8AC3E}">
        <p14:creationId xmlns:p14="http://schemas.microsoft.com/office/powerpoint/2010/main" val="2015090288"/>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4350B4-2929-4BFD-BEFB-DDBEEFB7819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4D4CB17-1239-40BD-9A50-E44AF71AA12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78B3667A-8A8E-4023-A63A-362048BC3C2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29354F17-C540-44EF-A089-034A32CCED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02 · SOLUTION</a:t>
            </a:r>
            <a:endParaRPr sz="900"/>
          </a:p>
        </p:txBody>
      </p:sp>
      <p:sp>
        <p:nvSpPr>
          <p:cNvPr id="6" name="Text 4">
            <a:extLst xmlns:a="http://schemas.openxmlformats.org/drawingml/2006/main">
              <a:ext uri="{FF2B5EF4-FFF2-40B4-BE49-F238E27FC236}">
                <a16:creationId xmlns:a16="http://schemas.microsoft.com/office/drawing/2014/main" id="{DA2CBCE4-37A8-46A5-BDBB-63F229297AE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Ask in English or Spanish. Explore your data.</a:t>
            </a:r>
            <a:endParaRPr sz="2700"/>
          </a:p>
        </p:txBody>
      </p:sp>
      <p:sp>
        <p:nvSpPr>
          <p:cNvPr id="7" name="Text 5">
            <a:extLst xmlns:a="http://schemas.openxmlformats.org/drawingml/2006/main">
              <a:ext uri="{FF2B5EF4-FFF2-40B4-BE49-F238E27FC236}">
                <a16:creationId xmlns:a16="http://schemas.microsoft.com/office/drawing/2014/main" id="{A8D0FDD9-F660-4906-AC1E-0386041ECD0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NL-to-SQL chat for small businesses, with checks before execution.</a:t>
            </a:r>
            <a:endParaRPr sz="1150"/>
          </a:p>
        </p:txBody>
      </p:sp>
      <p:sp>
        <p:nvSpPr>
          <p:cNvPr id="8" name="Shape 6">
            <a:extLst xmlns:a="http://schemas.openxmlformats.org/drawingml/2006/main">
              <a:ext uri="{FF2B5EF4-FFF2-40B4-BE49-F238E27FC236}">
                <a16:creationId xmlns:a16="http://schemas.microsoft.com/office/drawing/2014/main" id="{698B63EE-75DB-4D1D-B8B8-7213F6E04D29}"/>
              </a:ext>
            </a:extLst>
          </p:cNvPr>
          <p:cNvSpPr>
            <a:spLocks xmlns:a="http://schemas.openxmlformats.org/drawingml/2006/main" noGrp="1"/>
          </p:cNvSpPr>
          <p:nvPr/>
        </p:nvSpPr>
        <p:spPr>
          <a:xfrm xmlns:a="http://schemas.openxmlformats.org/drawingml/2006/main">
            <a:off x="603504"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78D95BF6-B285-47A4-A337-C3FB8E02D166}"/>
              </a:ext>
            </a:extLst>
          </p:cNvPr>
          <p:cNvSpPr>
            <a:spLocks xmlns:a="http://schemas.openxmlformats.org/drawingml/2006/main" noGrp="1"/>
          </p:cNvSpPr>
          <p:nvPr/>
        </p:nvSpPr>
        <p:spPr>
          <a:xfrm xmlns:a="http://schemas.openxmlformats.org/drawingml/2006/main">
            <a:off x="768096"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5AA8B8FF-BCCC-413E-892F-BDDE08C8E82D}"/>
              </a:ext>
            </a:extLst>
          </p:cNvPr>
          <p:cNvSpPr>
            <a:spLocks xmlns:a="http://schemas.openxmlformats.org/drawingml/2006/main" noGrp="1"/>
          </p:cNvSpPr>
          <p:nvPr/>
        </p:nvSpPr>
        <p:spPr>
          <a:xfrm xmlns:a="http://schemas.openxmlformats.org/drawingml/2006/main">
            <a:off x="841248"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F4562A1C-4B3E-4649-86D9-9EF51BDDF878}"/>
              </a:ext>
            </a:extLst>
          </p:cNvPr>
          <p:cNvSpPr>
            <a:spLocks xmlns:a="http://schemas.openxmlformats.org/drawingml/2006/main" noGrp="1"/>
          </p:cNvSpPr>
          <p:nvPr/>
        </p:nvSpPr>
        <p:spPr>
          <a:xfrm xmlns:a="http://schemas.openxmlformats.org/drawingml/2006/main">
            <a:off x="768096"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QUESTION</a:t>
            </a:r>
            <a:endParaRPr sz="1100"/>
          </a:p>
        </p:txBody>
      </p:sp>
      <p:sp>
        <p:nvSpPr>
          <p:cNvPr id="12" name="Text 10">
            <a:extLst xmlns:a="http://schemas.openxmlformats.org/drawingml/2006/main">
              <a:ext uri="{FF2B5EF4-FFF2-40B4-BE49-F238E27FC236}">
                <a16:creationId xmlns:a16="http://schemas.microsoft.com/office/drawing/2014/main" id="{5DA5CD4C-92BB-43D8-8E6E-640BF19BEF2F}"/>
              </a:ext>
            </a:extLst>
          </p:cNvPr>
          <p:cNvSpPr>
            <a:spLocks xmlns:a="http://schemas.openxmlformats.org/drawingml/2006/main" noGrp="1"/>
          </p:cNvSpPr>
          <p:nvPr/>
        </p:nvSpPr>
        <p:spPr>
          <a:xfrm xmlns:a="http://schemas.openxmlformats.org/drawingml/2006/main">
            <a:off x="768096"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Which product sold the most?</a:t>
            </a:r>
            <a:endParaRPr sz="1800"/>
          </a:p>
        </p:txBody>
      </p:sp>
      <p:sp>
        <p:nvSpPr>
          <p:cNvPr id="13" name="Shape 11">
            <a:extLst xmlns:a="http://schemas.openxmlformats.org/drawingml/2006/main">
              <a:ext uri="{FF2B5EF4-FFF2-40B4-BE49-F238E27FC236}">
                <a16:creationId xmlns:a16="http://schemas.microsoft.com/office/drawing/2014/main" id="{C3B33924-791B-4859-81C8-EB0A09942BFA}"/>
              </a:ext>
            </a:extLst>
          </p:cNvPr>
          <p:cNvSpPr>
            <a:spLocks xmlns:a="http://schemas.openxmlformats.org/drawingml/2006/main" noGrp="1"/>
          </p:cNvSpPr>
          <p:nvPr/>
        </p:nvSpPr>
        <p:spPr>
          <a:xfrm xmlns:a="http://schemas.openxmlformats.org/drawingml/2006/main">
            <a:off x="3035808"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F63CDEBD-1BA6-4824-B651-B590D41B522F}"/>
              </a:ext>
            </a:extLst>
          </p:cNvPr>
          <p:cNvSpPr>
            <a:spLocks xmlns:a="http://schemas.openxmlformats.org/drawingml/2006/main" noGrp="1"/>
          </p:cNvSpPr>
          <p:nvPr/>
        </p:nvSpPr>
        <p:spPr>
          <a:xfrm xmlns:a="http://schemas.openxmlformats.org/drawingml/2006/main">
            <a:off x="3465576"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15" name="Shape 13">
            <a:extLst xmlns:a="http://schemas.openxmlformats.org/drawingml/2006/main">
              <a:ext uri="{FF2B5EF4-FFF2-40B4-BE49-F238E27FC236}">
                <a16:creationId xmlns:a16="http://schemas.microsoft.com/office/drawing/2014/main" id="{E5423DF6-9D30-4C41-A995-6CF687E038DB}"/>
              </a:ext>
            </a:extLst>
          </p:cNvPr>
          <p:cNvSpPr>
            <a:spLocks xmlns:a="http://schemas.openxmlformats.org/drawingml/2006/main" noGrp="1"/>
          </p:cNvSpPr>
          <p:nvPr/>
        </p:nvSpPr>
        <p:spPr>
          <a:xfrm xmlns:a="http://schemas.openxmlformats.org/drawingml/2006/main">
            <a:off x="3630168"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6" name="Text 14">
            <a:extLst xmlns:a="http://schemas.openxmlformats.org/drawingml/2006/main">
              <a:ext uri="{FF2B5EF4-FFF2-40B4-BE49-F238E27FC236}">
                <a16:creationId xmlns:a16="http://schemas.microsoft.com/office/drawing/2014/main" id="{D3D83558-C971-4F41-A40A-BDC6695BC0B3}"/>
              </a:ext>
            </a:extLst>
          </p:cNvPr>
          <p:cNvSpPr>
            <a:spLocks xmlns:a="http://schemas.openxmlformats.org/drawingml/2006/main" noGrp="1"/>
          </p:cNvSpPr>
          <p:nvPr/>
        </p:nvSpPr>
        <p:spPr>
          <a:xfrm xmlns:a="http://schemas.openxmlformats.org/drawingml/2006/main">
            <a:off x="3703320"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7" name="Text 15">
            <a:extLst xmlns:a="http://schemas.openxmlformats.org/drawingml/2006/main">
              <a:ext uri="{FF2B5EF4-FFF2-40B4-BE49-F238E27FC236}">
                <a16:creationId xmlns:a16="http://schemas.microsoft.com/office/drawing/2014/main" id="{4F6B9426-9C2B-470B-800D-B2B78E733BA9}"/>
              </a:ext>
            </a:extLst>
          </p:cNvPr>
          <p:cNvSpPr>
            <a:spLocks xmlns:a="http://schemas.openxmlformats.org/drawingml/2006/main" noGrp="1"/>
          </p:cNvSpPr>
          <p:nvPr/>
        </p:nvSpPr>
        <p:spPr>
          <a:xfrm xmlns:a="http://schemas.openxmlformats.org/drawingml/2006/main">
            <a:off x="3630168"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AI</a:t>
            </a:r>
            <a:endParaRPr sz="1100"/>
          </a:p>
        </p:txBody>
      </p:sp>
      <p:sp>
        <p:nvSpPr>
          <p:cNvPr id="18" name="Text 16">
            <a:extLst xmlns:a="http://schemas.openxmlformats.org/drawingml/2006/main">
              <a:ext uri="{FF2B5EF4-FFF2-40B4-BE49-F238E27FC236}">
                <a16:creationId xmlns:a16="http://schemas.microsoft.com/office/drawing/2014/main" id="{FCC5AD74-380D-4439-80DC-6EDBA4FBA253}"/>
              </a:ext>
            </a:extLst>
          </p:cNvPr>
          <p:cNvSpPr>
            <a:spLocks xmlns:a="http://schemas.openxmlformats.org/drawingml/2006/main" noGrp="1"/>
          </p:cNvSpPr>
          <p:nvPr/>
        </p:nvSpPr>
        <p:spPr>
          <a:xfrm xmlns:a="http://schemas.openxmlformats.org/drawingml/2006/main">
            <a:off x="3630168"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Generates a SQL query</a:t>
            </a:r>
            <a:endParaRPr sz="1800"/>
          </a:p>
        </p:txBody>
      </p:sp>
      <p:sp>
        <p:nvSpPr>
          <p:cNvPr id="19" name="Shape 17">
            <a:extLst xmlns:a="http://schemas.openxmlformats.org/drawingml/2006/main">
              <a:ext uri="{FF2B5EF4-FFF2-40B4-BE49-F238E27FC236}">
                <a16:creationId xmlns:a16="http://schemas.microsoft.com/office/drawing/2014/main" id="{A68FFB82-A0FD-4B3D-B60B-8C0E4F0CB12C}"/>
              </a:ext>
            </a:extLst>
          </p:cNvPr>
          <p:cNvSpPr>
            <a:spLocks xmlns:a="http://schemas.openxmlformats.org/drawingml/2006/main" noGrp="1"/>
          </p:cNvSpPr>
          <p:nvPr/>
        </p:nvSpPr>
        <p:spPr>
          <a:xfrm xmlns:a="http://schemas.openxmlformats.org/drawingml/2006/main">
            <a:off x="5897880"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D8F4874B-EDDD-46A7-88F8-0600D20F6F6B}"/>
              </a:ext>
            </a:extLst>
          </p:cNvPr>
          <p:cNvSpPr>
            <a:spLocks xmlns:a="http://schemas.openxmlformats.org/drawingml/2006/main" noGrp="1"/>
          </p:cNvSpPr>
          <p:nvPr/>
        </p:nvSpPr>
        <p:spPr>
          <a:xfrm xmlns:a="http://schemas.openxmlformats.org/drawingml/2006/main">
            <a:off x="6327648"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21" name="Shape 19">
            <a:extLst xmlns:a="http://schemas.openxmlformats.org/drawingml/2006/main">
              <a:ext uri="{FF2B5EF4-FFF2-40B4-BE49-F238E27FC236}">
                <a16:creationId xmlns:a16="http://schemas.microsoft.com/office/drawing/2014/main" id="{CFBBEA61-B050-4A1A-9F99-8857033BE577}"/>
              </a:ext>
            </a:extLst>
          </p:cNvPr>
          <p:cNvSpPr>
            <a:spLocks xmlns:a="http://schemas.openxmlformats.org/drawingml/2006/main" noGrp="1"/>
          </p:cNvSpPr>
          <p:nvPr/>
        </p:nvSpPr>
        <p:spPr>
          <a:xfrm xmlns:a="http://schemas.openxmlformats.org/drawingml/2006/main">
            <a:off x="6492240"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2" name="Text 20">
            <a:extLst xmlns:a="http://schemas.openxmlformats.org/drawingml/2006/main">
              <a:ext uri="{FF2B5EF4-FFF2-40B4-BE49-F238E27FC236}">
                <a16:creationId xmlns:a16="http://schemas.microsoft.com/office/drawing/2014/main" id="{17B44291-7244-447C-90DF-DA2D1DC99AD3}"/>
              </a:ext>
            </a:extLst>
          </p:cNvPr>
          <p:cNvSpPr>
            <a:spLocks xmlns:a="http://schemas.openxmlformats.org/drawingml/2006/main" noGrp="1"/>
          </p:cNvSpPr>
          <p:nvPr/>
        </p:nvSpPr>
        <p:spPr>
          <a:xfrm xmlns:a="http://schemas.openxmlformats.org/drawingml/2006/main">
            <a:off x="6565392"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3" name="Text 21">
            <a:extLst xmlns:a="http://schemas.openxmlformats.org/drawingml/2006/main">
              <a:ext uri="{FF2B5EF4-FFF2-40B4-BE49-F238E27FC236}">
                <a16:creationId xmlns:a16="http://schemas.microsoft.com/office/drawing/2014/main" id="{9ED10B7B-BDFE-4AD9-AC05-BE2C99BFFEB1}"/>
              </a:ext>
            </a:extLst>
          </p:cNvPr>
          <p:cNvSpPr>
            <a:spLocks xmlns:a="http://schemas.openxmlformats.org/drawingml/2006/main" noGrp="1"/>
          </p:cNvSpPr>
          <p:nvPr/>
        </p:nvSpPr>
        <p:spPr>
          <a:xfrm xmlns:a="http://schemas.openxmlformats.org/drawingml/2006/main">
            <a:off x="6492240"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DATA</a:t>
            </a:r>
            <a:endParaRPr sz="1100"/>
          </a:p>
        </p:txBody>
      </p:sp>
      <p:sp>
        <p:nvSpPr>
          <p:cNvPr id="24" name="Text 22">
            <a:extLst xmlns:a="http://schemas.openxmlformats.org/drawingml/2006/main">
              <a:ext uri="{FF2B5EF4-FFF2-40B4-BE49-F238E27FC236}">
                <a16:creationId xmlns:a16="http://schemas.microsoft.com/office/drawing/2014/main" id="{60743037-1F89-460F-98BB-C1F8BD1BCE8E}"/>
              </a:ext>
            </a:extLst>
          </p:cNvPr>
          <p:cNvSpPr>
            <a:spLocks xmlns:a="http://schemas.openxmlformats.org/drawingml/2006/main" noGrp="1"/>
          </p:cNvSpPr>
          <p:nvPr/>
        </p:nvSpPr>
        <p:spPr>
          <a:xfrm xmlns:a="http://schemas.openxmlformats.org/drawingml/2006/main">
            <a:off x="6492240"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SQLite read-only</a:t>
            </a:r>
            <a:endParaRPr sz="1800"/>
          </a:p>
        </p:txBody>
      </p:sp>
      <p:sp>
        <p:nvSpPr>
          <p:cNvPr id="25" name="Shape 23">
            <a:extLst xmlns:a="http://schemas.openxmlformats.org/drawingml/2006/main">
              <a:ext uri="{FF2B5EF4-FFF2-40B4-BE49-F238E27FC236}">
                <a16:creationId xmlns:a16="http://schemas.microsoft.com/office/drawing/2014/main" id="{49FA5188-02E5-4291-BB28-02E0A38EF363}"/>
              </a:ext>
            </a:extLst>
          </p:cNvPr>
          <p:cNvSpPr>
            <a:spLocks xmlns:a="http://schemas.openxmlformats.org/drawingml/2006/main" noGrp="1"/>
          </p:cNvSpPr>
          <p:nvPr/>
        </p:nvSpPr>
        <p:spPr>
          <a:xfrm xmlns:a="http://schemas.openxmlformats.org/drawingml/2006/main">
            <a:off x="8759952"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F5327FB6-667A-4FB7-84EA-A4CA2D6D2250}"/>
              </a:ext>
            </a:extLst>
          </p:cNvPr>
          <p:cNvSpPr>
            <a:spLocks xmlns:a="http://schemas.openxmlformats.org/drawingml/2006/main" noGrp="1"/>
          </p:cNvSpPr>
          <p:nvPr/>
        </p:nvSpPr>
        <p:spPr>
          <a:xfrm xmlns:a="http://schemas.openxmlformats.org/drawingml/2006/main">
            <a:off x="9189720" y="1920240"/>
            <a:ext cx="2395728" cy="2331720"/>
          </a:xfrm>
          <a:prstGeom xmlns:a="http://schemas.openxmlformats.org/drawingml/2006/main" prst="roundRect">
            <a:avLst>
              <a:gd name="adj" fmla="val 6275"/>
            </a:avLst>
          </a:prstGeom>
          <a:solidFill xmlns:a="http://schemas.openxmlformats.org/drawingml/2006/main">
            <a:srgbClr val="12283A"/>
          </a:solidFill>
          <a:ln xmlns:a="http://schemas.openxmlformats.org/drawingml/2006/main" w="12700">
            <a:solidFill>
              <a:srgbClr val="1B3552"/>
            </a:solidFill>
            <a:prstDash val="solid"/>
          </a:ln>
        </p:spPr>
      </p:sp>
      <p:sp>
        <p:nvSpPr>
          <p:cNvPr id="27" name="Shape 25">
            <a:extLst xmlns:a="http://schemas.openxmlformats.org/drawingml/2006/main">
              <a:ext uri="{FF2B5EF4-FFF2-40B4-BE49-F238E27FC236}">
                <a16:creationId xmlns:a16="http://schemas.microsoft.com/office/drawing/2014/main" id="{737C8F0D-2CA4-4706-A91F-AB0F6A45B84D}"/>
              </a:ext>
            </a:extLst>
          </p:cNvPr>
          <p:cNvSpPr>
            <a:spLocks xmlns:a="http://schemas.openxmlformats.org/drawingml/2006/main" noGrp="1"/>
          </p:cNvSpPr>
          <p:nvPr/>
        </p:nvSpPr>
        <p:spPr>
          <a:xfrm xmlns:a="http://schemas.openxmlformats.org/drawingml/2006/main">
            <a:off x="9354312" y="2103120"/>
            <a:ext cx="53035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8" name="Text 26">
            <a:extLst xmlns:a="http://schemas.openxmlformats.org/drawingml/2006/main">
              <a:ext uri="{FF2B5EF4-FFF2-40B4-BE49-F238E27FC236}">
                <a16:creationId xmlns:a16="http://schemas.microsoft.com/office/drawing/2014/main" id="{54BEAE1F-AB62-41B9-BDEA-779F14503E76}"/>
              </a:ext>
            </a:extLst>
          </p:cNvPr>
          <p:cNvSpPr>
            <a:spLocks xmlns:a="http://schemas.openxmlformats.org/drawingml/2006/main" noGrp="1"/>
          </p:cNvSpPr>
          <p:nvPr/>
        </p:nvSpPr>
        <p:spPr>
          <a:xfrm xmlns:a="http://schemas.openxmlformats.org/drawingml/2006/main">
            <a:off x="9427464"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9" name="Text 27">
            <a:extLst xmlns:a="http://schemas.openxmlformats.org/drawingml/2006/main">
              <a:ext uri="{FF2B5EF4-FFF2-40B4-BE49-F238E27FC236}">
                <a16:creationId xmlns:a16="http://schemas.microsoft.com/office/drawing/2014/main" id="{34BD9F5B-F8A4-45B0-9D7D-28C79578BAEB}"/>
              </a:ext>
            </a:extLst>
          </p:cNvPr>
          <p:cNvSpPr>
            <a:spLocks xmlns:a="http://schemas.openxmlformats.org/drawingml/2006/main" noGrp="1"/>
          </p:cNvSpPr>
          <p:nvPr/>
        </p:nvSpPr>
        <p:spPr>
          <a:xfrm xmlns:a="http://schemas.openxmlformats.org/drawingml/2006/main">
            <a:off x="9354312"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ANSWER</a:t>
            </a:r>
            <a:endParaRPr sz="1100"/>
          </a:p>
        </p:txBody>
      </p:sp>
      <p:sp>
        <p:nvSpPr>
          <p:cNvPr id="30" name="Text 28">
            <a:extLst xmlns:a="http://schemas.openxmlformats.org/drawingml/2006/main">
              <a:ext uri="{FF2B5EF4-FFF2-40B4-BE49-F238E27FC236}">
                <a16:creationId xmlns:a16="http://schemas.microsoft.com/office/drawing/2014/main" id="{6D4A2A79-344D-4F47-9456-284F5731594C}"/>
              </a:ext>
            </a:extLst>
          </p:cNvPr>
          <p:cNvSpPr>
            <a:spLocks xmlns:a="http://schemas.openxmlformats.org/drawingml/2006/main" noGrp="1"/>
          </p:cNvSpPr>
          <p:nvPr/>
        </p:nvSpPr>
        <p:spPr>
          <a:xfrm xmlns:a="http://schemas.openxmlformats.org/drawingml/2006/main">
            <a:off x="9354312"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Selected-language prompt</a:t>
            </a:r>
            <a:endParaRPr sz="1800"/>
          </a:p>
        </p:txBody>
      </p:sp>
      <p:sp>
        <p:nvSpPr>
          <p:cNvPr id="31" name="Shape 29">
            <a:extLst xmlns:a="http://schemas.openxmlformats.org/drawingml/2006/main">
              <a:ext uri="{FF2B5EF4-FFF2-40B4-BE49-F238E27FC236}">
                <a16:creationId xmlns:a16="http://schemas.microsoft.com/office/drawing/2014/main" id="{FEDF33E2-012E-4CBD-A990-8566CD44B953}"/>
              </a:ext>
            </a:extLst>
          </p:cNvPr>
          <p:cNvSpPr>
            <a:spLocks xmlns:a="http://schemas.openxmlformats.org/drawingml/2006/main" noGrp="1"/>
          </p:cNvSpPr>
          <p:nvPr/>
        </p:nvSpPr>
        <p:spPr>
          <a:xfrm xmlns:a="http://schemas.openxmlformats.org/drawingml/2006/main">
            <a:off x="1865376" y="4681728"/>
            <a:ext cx="8458200" cy="768096"/>
          </a:xfrm>
          <a:prstGeom xmlns:a="http://schemas.openxmlformats.org/drawingml/2006/main" prst="roundRect">
            <a:avLst>
              <a:gd name="adj" fmla="val 19048"/>
            </a:avLst>
          </a:prstGeom>
          <a:solidFill xmlns:a="http://schemas.openxmlformats.org/drawingml/2006/main">
            <a:srgbClr val="0B192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1BFD16B9-04E1-42F8-898D-C26F29D2E17A}"/>
              </a:ext>
            </a:extLst>
          </p:cNvPr>
          <p:cNvSpPr>
            <a:spLocks xmlns:a="http://schemas.openxmlformats.org/drawingml/2006/main" noGrp="1"/>
          </p:cNvSpPr>
          <p:nvPr/>
        </p:nvSpPr>
        <p:spPr>
          <a:xfrm xmlns:a="http://schemas.openxmlformats.org/drawingml/2006/main">
            <a:off x="2121408" y="489204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b="1">
                <a:solidFill>
                  <a:srgbClr val="FFFFFF"/>
                </a:solidFill>
                <a:latin typeface="Aptos"/>
                <a:ea typeface="Aptos"/>
                <a:cs typeface="Aptos"/>
              </a:rPr>
              <a:t>“What did I sell today?”</a:t>
            </a:r>
            <a:endParaRPr sz="1400"/>
          </a:p>
        </p:txBody>
      </p:sp>
      <p:sp>
        <p:nvSpPr>
          <p:cNvPr id="33" name="Text 31">
            <a:extLst xmlns:a="http://schemas.openxmlformats.org/drawingml/2006/main">
              <a:ext uri="{FF2B5EF4-FFF2-40B4-BE49-F238E27FC236}">
                <a16:creationId xmlns:a16="http://schemas.microsoft.com/office/drawing/2014/main" id="{78A85F36-9C9F-4929-9C64-87E953FC7E31}"/>
              </a:ext>
            </a:extLst>
          </p:cNvPr>
          <p:cNvSpPr>
            <a:spLocks xmlns:a="http://schemas.openxmlformats.org/drawingml/2006/main" noGrp="1"/>
          </p:cNvSpPr>
          <p:nvPr/>
        </p:nvSpPr>
        <p:spPr>
          <a:xfrm xmlns:a="http://schemas.openxmlformats.org/drawingml/2006/main">
            <a:off x="4160520" y="489204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8A5CFF"/>
                </a:solidFill>
                <a:latin typeface="Aptos"/>
                <a:ea typeface="Aptos"/>
                <a:cs typeface="Aptos"/>
              </a:rPr>
              <a:t>→</a:t>
            </a:r>
            <a:endParaRPr sz="1500"/>
          </a:p>
        </p:txBody>
      </p:sp>
      <p:sp>
        <p:nvSpPr>
          <p:cNvPr id="34" name="Text 32">
            <a:extLst xmlns:a="http://schemas.openxmlformats.org/drawingml/2006/main">
              <a:ext uri="{FF2B5EF4-FFF2-40B4-BE49-F238E27FC236}">
                <a16:creationId xmlns:a16="http://schemas.microsoft.com/office/drawing/2014/main" id="{962BFFBC-25C8-413E-A4E8-FE992379D21B}"/>
              </a:ext>
            </a:extLst>
          </p:cNvPr>
          <p:cNvSpPr>
            <a:spLocks xmlns:a="http://schemas.openxmlformats.org/drawingml/2006/main" noGrp="1"/>
          </p:cNvSpPr>
          <p:nvPr/>
        </p:nvSpPr>
        <p:spPr>
          <a:xfrm xmlns:a="http://schemas.openxmlformats.org/drawingml/2006/main">
            <a:off x="4718304" y="489204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Example: $12,480 across 37 sales.</a:t>
            </a:r>
            <a:endParaRPr sz="1400"/>
          </a:p>
        </p:txBody>
      </p:sp>
    </p:spTree>
    <p:extLst>
      <p:ext uri="{BB962C8B-B14F-4D97-AF65-F5344CB8AC3E}">
        <p14:creationId xmlns:p14="http://schemas.microsoft.com/office/powerpoint/2010/main" val="1638831445"/>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C06325-1D69-4F6E-BD40-1027DEF0049F}"/>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BD668B22-FB17-4D4C-8422-CC6B8C61B9B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B1E1D0D6-EA42-443D-808B-68652859CD4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964988B-37C5-42E3-844B-C710D8A86CE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03 · UNIVERSITY</a:t>
            </a:r>
            <a:endParaRPr sz="900"/>
          </a:p>
        </p:txBody>
      </p:sp>
      <p:sp>
        <p:nvSpPr>
          <p:cNvPr id="6" name="Text 4">
            <a:extLst xmlns:a="http://schemas.openxmlformats.org/drawingml/2006/main">
              <a:ext uri="{FF2B5EF4-FFF2-40B4-BE49-F238E27FC236}">
                <a16:creationId xmlns:a16="http://schemas.microsoft.com/office/drawing/2014/main" id="{413D93D4-B3D8-49EA-8904-F3667A9DC91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Kiro University learning framework</a:t>
            </a:r>
            <a:endParaRPr sz="2700"/>
          </a:p>
        </p:txBody>
      </p:sp>
      <p:sp>
        <p:nvSpPr>
          <p:cNvPr id="7" name="Text 5">
            <a:extLst xmlns:a="http://schemas.openxmlformats.org/drawingml/2006/main">
              <a:ext uri="{FF2B5EF4-FFF2-40B4-BE49-F238E27FC236}">
                <a16:creationId xmlns:a16="http://schemas.microsoft.com/office/drawing/2014/main" id="{F3C697DD-15AE-4E79-9A4D-D34D3EFB48F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Official course structure. This showcase does not claim lesson completion.</a:t>
            </a:r>
            <a:endParaRPr sz="1150"/>
          </a:p>
        </p:txBody>
      </p:sp>
      <p:sp>
        <p:nvSpPr>
          <p:cNvPr id="8" name="Shape 6">
            <a:extLst xmlns:a="http://schemas.openxmlformats.org/drawingml/2006/main">
              <a:ext uri="{FF2B5EF4-FFF2-40B4-BE49-F238E27FC236}">
                <a16:creationId xmlns:a16="http://schemas.microsoft.com/office/drawing/2014/main" id="{F6CCBE0C-3407-4A65-B8E2-A5959D1E65FA}"/>
              </a:ext>
            </a:extLst>
          </p:cNvPr>
          <p:cNvSpPr>
            <a:spLocks xmlns:a="http://schemas.openxmlformats.org/drawingml/2006/main" noGrp="1"/>
          </p:cNvSpPr>
          <p:nvPr/>
        </p:nvSpPr>
        <p:spPr>
          <a:xfrm xmlns:a="http://schemas.openxmlformats.org/drawingml/2006/main">
            <a:off x="1051560" y="2852928"/>
            <a:ext cx="1003096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none"/>
          </a:ln>
        </p:spPr>
      </p:sp>
      <p:sp>
        <p:nvSpPr>
          <p:cNvPr id="9" name="Shape 7">
            <a:extLst xmlns:a="http://schemas.openxmlformats.org/drawingml/2006/main">
              <a:ext uri="{FF2B5EF4-FFF2-40B4-BE49-F238E27FC236}">
                <a16:creationId xmlns:a16="http://schemas.microsoft.com/office/drawing/2014/main" id="{29A52C4C-008C-415A-99B4-6CD1E619FE0C}"/>
              </a:ext>
            </a:extLst>
          </p:cNvPr>
          <p:cNvSpPr>
            <a:spLocks xmlns:a="http://schemas.openxmlformats.org/drawingml/2006/main" noGrp="1"/>
          </p:cNvSpPr>
          <p:nvPr/>
        </p:nvSpPr>
        <p:spPr>
          <a:xfrm xmlns:a="http://schemas.openxmlformats.org/drawingml/2006/main">
            <a:off x="164592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0" name="Text 8">
            <a:extLst xmlns:a="http://schemas.openxmlformats.org/drawingml/2006/main">
              <a:ext uri="{FF2B5EF4-FFF2-40B4-BE49-F238E27FC236}">
                <a16:creationId xmlns:a16="http://schemas.microsoft.com/office/drawing/2014/main" id="{ABAD89DA-DC1C-4394-8C41-C41B4E100F52}"/>
              </a:ext>
            </a:extLst>
          </p:cNvPr>
          <p:cNvSpPr>
            <a:spLocks xmlns:a="http://schemas.openxmlformats.org/drawingml/2006/main" noGrp="1"/>
          </p:cNvSpPr>
          <p:nvPr/>
        </p:nvSpPr>
        <p:spPr>
          <a:xfrm xmlns:a="http://schemas.openxmlformats.org/drawingml/2006/main">
            <a:off x="157276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01</a:t>
            </a:r>
            <a:endParaRPr sz="700"/>
          </a:p>
        </p:txBody>
      </p:sp>
      <p:sp>
        <p:nvSpPr>
          <p:cNvPr id="11" name="Text 9">
            <a:extLst xmlns:a="http://schemas.openxmlformats.org/drawingml/2006/main">
              <a:ext uri="{FF2B5EF4-FFF2-40B4-BE49-F238E27FC236}">
                <a16:creationId xmlns:a16="http://schemas.microsoft.com/office/drawing/2014/main" id="{7840B239-B09A-4FE5-BD93-AAFA8DB4EA16}"/>
              </a:ext>
            </a:extLst>
          </p:cNvPr>
          <p:cNvSpPr>
            <a:spLocks xmlns:a="http://schemas.openxmlformats.org/drawingml/2006/main" noGrp="1"/>
          </p:cNvSpPr>
          <p:nvPr/>
        </p:nvSpPr>
        <p:spPr>
          <a:xfrm xmlns:a="http://schemas.openxmlformats.org/drawingml/2006/main">
            <a:off x="71323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Study</a:t>
            </a:r>
            <a:endParaRPr sz="1600"/>
          </a:p>
        </p:txBody>
      </p:sp>
      <p:sp>
        <p:nvSpPr>
          <p:cNvPr id="12" name="Text 10">
            <a:extLst xmlns:a="http://schemas.openxmlformats.org/drawingml/2006/main">
              <a:ext uri="{FF2B5EF4-FFF2-40B4-BE49-F238E27FC236}">
                <a16:creationId xmlns:a16="http://schemas.microsoft.com/office/drawing/2014/main" id="{3A5ED1E7-04E5-47E9-B2E5-7EC40BD009AC}"/>
              </a:ext>
            </a:extLst>
          </p:cNvPr>
          <p:cNvSpPr>
            <a:spLocks xmlns:a="http://schemas.openxmlformats.org/drawingml/2006/main" noGrp="1"/>
          </p:cNvSpPr>
          <p:nvPr/>
        </p:nvSpPr>
        <p:spPr>
          <a:xfrm xmlns:a="http://schemas.openxmlformats.org/drawingml/2006/main">
            <a:off x="71323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Lessons</a:t>
            </a:r>
            <a:endParaRPr sz="1000"/>
          </a:p>
        </p:txBody>
      </p:sp>
      <p:sp>
        <p:nvSpPr>
          <p:cNvPr id="13" name="Shape 11">
            <a:extLst xmlns:a="http://schemas.openxmlformats.org/drawingml/2006/main">
              <a:ext uri="{FF2B5EF4-FFF2-40B4-BE49-F238E27FC236}">
                <a16:creationId xmlns:a16="http://schemas.microsoft.com/office/drawing/2014/main" id="{A0B05453-6D26-4CA4-BDCE-1F92A62BBB26}"/>
              </a:ext>
            </a:extLst>
          </p:cNvPr>
          <p:cNvSpPr>
            <a:spLocks xmlns:a="http://schemas.openxmlformats.org/drawingml/2006/main" noGrp="1"/>
          </p:cNvSpPr>
          <p:nvPr/>
        </p:nvSpPr>
        <p:spPr>
          <a:xfrm xmlns:a="http://schemas.openxmlformats.org/drawingml/2006/main">
            <a:off x="388620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4" name="Text 12">
            <a:extLst xmlns:a="http://schemas.openxmlformats.org/drawingml/2006/main">
              <a:ext uri="{FF2B5EF4-FFF2-40B4-BE49-F238E27FC236}">
                <a16:creationId xmlns:a16="http://schemas.microsoft.com/office/drawing/2014/main" id="{BB007847-2BC1-4353-B859-E782D53CC217}"/>
              </a:ext>
            </a:extLst>
          </p:cNvPr>
          <p:cNvSpPr>
            <a:spLocks xmlns:a="http://schemas.openxmlformats.org/drawingml/2006/main" noGrp="1"/>
          </p:cNvSpPr>
          <p:nvPr/>
        </p:nvSpPr>
        <p:spPr>
          <a:xfrm xmlns:a="http://schemas.openxmlformats.org/drawingml/2006/main">
            <a:off x="381304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02</a:t>
            </a:r>
            <a:endParaRPr sz="700"/>
          </a:p>
        </p:txBody>
      </p:sp>
      <p:sp>
        <p:nvSpPr>
          <p:cNvPr id="15" name="Text 13">
            <a:extLst xmlns:a="http://schemas.openxmlformats.org/drawingml/2006/main">
              <a:ext uri="{FF2B5EF4-FFF2-40B4-BE49-F238E27FC236}">
                <a16:creationId xmlns:a16="http://schemas.microsoft.com/office/drawing/2014/main" id="{D96EDB47-C082-4F7E-B773-759363B48D3F}"/>
              </a:ext>
            </a:extLst>
          </p:cNvPr>
          <p:cNvSpPr>
            <a:spLocks xmlns:a="http://schemas.openxmlformats.org/drawingml/2006/main" noGrp="1"/>
          </p:cNvSpPr>
          <p:nvPr/>
        </p:nvSpPr>
        <p:spPr>
          <a:xfrm xmlns:a="http://schemas.openxmlformats.org/drawingml/2006/main">
            <a:off x="295351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Apply</a:t>
            </a:r>
            <a:endParaRPr sz="1600"/>
          </a:p>
        </p:txBody>
      </p:sp>
      <p:sp>
        <p:nvSpPr>
          <p:cNvPr id="16" name="Text 14">
            <a:extLst xmlns:a="http://schemas.openxmlformats.org/drawingml/2006/main">
              <a:ext uri="{FF2B5EF4-FFF2-40B4-BE49-F238E27FC236}">
                <a16:creationId xmlns:a16="http://schemas.microsoft.com/office/drawing/2014/main" id="{E5C969F1-33B3-4DE7-80F2-8C71C65AF011}"/>
              </a:ext>
            </a:extLst>
          </p:cNvPr>
          <p:cNvSpPr>
            <a:spLocks xmlns:a="http://schemas.openxmlformats.org/drawingml/2006/main" noGrp="1"/>
          </p:cNvSpPr>
          <p:nvPr/>
        </p:nvSpPr>
        <p:spPr>
          <a:xfrm xmlns:a="http://schemas.openxmlformats.org/drawingml/2006/main">
            <a:off x="295351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POS project</a:t>
            </a:r>
            <a:endParaRPr sz="1000"/>
          </a:p>
        </p:txBody>
      </p:sp>
      <p:sp>
        <p:nvSpPr>
          <p:cNvPr id="17" name="Shape 15">
            <a:extLst xmlns:a="http://schemas.openxmlformats.org/drawingml/2006/main">
              <a:ext uri="{FF2B5EF4-FFF2-40B4-BE49-F238E27FC236}">
                <a16:creationId xmlns:a16="http://schemas.microsoft.com/office/drawing/2014/main" id="{6FAF2776-745F-49A8-BFDC-218EB284377A}"/>
              </a:ext>
            </a:extLst>
          </p:cNvPr>
          <p:cNvSpPr>
            <a:spLocks xmlns:a="http://schemas.openxmlformats.org/drawingml/2006/main" noGrp="1"/>
          </p:cNvSpPr>
          <p:nvPr/>
        </p:nvSpPr>
        <p:spPr>
          <a:xfrm xmlns:a="http://schemas.openxmlformats.org/drawingml/2006/main">
            <a:off x="612648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FB2293B5-584E-4B9D-B69D-14144D966837}"/>
              </a:ext>
            </a:extLst>
          </p:cNvPr>
          <p:cNvSpPr>
            <a:spLocks xmlns:a="http://schemas.openxmlformats.org/drawingml/2006/main" noGrp="1"/>
          </p:cNvSpPr>
          <p:nvPr/>
        </p:nvSpPr>
        <p:spPr>
          <a:xfrm xmlns:a="http://schemas.openxmlformats.org/drawingml/2006/main">
            <a:off x="605332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03</a:t>
            </a:r>
            <a:endParaRPr sz="700"/>
          </a:p>
        </p:txBody>
      </p:sp>
      <p:sp>
        <p:nvSpPr>
          <p:cNvPr id="19" name="Text 17">
            <a:extLst xmlns:a="http://schemas.openxmlformats.org/drawingml/2006/main">
              <a:ext uri="{FF2B5EF4-FFF2-40B4-BE49-F238E27FC236}">
                <a16:creationId xmlns:a16="http://schemas.microsoft.com/office/drawing/2014/main" id="{B431154D-A4E3-49F8-ABA6-0BA3FEC5AA3B}"/>
              </a:ext>
            </a:extLst>
          </p:cNvPr>
          <p:cNvSpPr>
            <a:spLocks xmlns:a="http://schemas.openxmlformats.org/drawingml/2006/main" noGrp="1"/>
          </p:cNvSpPr>
          <p:nvPr/>
        </p:nvSpPr>
        <p:spPr>
          <a:xfrm xmlns:a="http://schemas.openxmlformats.org/drawingml/2006/main">
            <a:off x="519379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Document</a:t>
            </a:r>
            <a:endParaRPr sz="1600"/>
          </a:p>
        </p:txBody>
      </p:sp>
      <p:sp>
        <p:nvSpPr>
          <p:cNvPr id="20" name="Text 18">
            <a:extLst xmlns:a="http://schemas.openxmlformats.org/drawingml/2006/main">
              <a:ext uri="{FF2B5EF4-FFF2-40B4-BE49-F238E27FC236}">
                <a16:creationId xmlns:a16="http://schemas.microsoft.com/office/drawing/2014/main" id="{01D5B838-430A-43EE-9EBA-99E49204ACF6}"/>
              </a:ext>
            </a:extLst>
          </p:cNvPr>
          <p:cNvSpPr>
            <a:spLocks xmlns:a="http://schemas.openxmlformats.org/drawingml/2006/main" noGrp="1"/>
          </p:cNvSpPr>
          <p:nvPr/>
        </p:nvSpPr>
        <p:spPr>
          <a:xfrm xmlns:a="http://schemas.openxmlformats.org/drawingml/2006/main">
            <a:off x="519379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Evidence</a:t>
            </a:r>
            <a:endParaRPr sz="1000"/>
          </a:p>
        </p:txBody>
      </p:sp>
      <p:sp>
        <p:nvSpPr>
          <p:cNvPr id="21" name="Shape 19">
            <a:extLst xmlns:a="http://schemas.openxmlformats.org/drawingml/2006/main">
              <a:ext uri="{FF2B5EF4-FFF2-40B4-BE49-F238E27FC236}">
                <a16:creationId xmlns:a16="http://schemas.microsoft.com/office/drawing/2014/main" id="{286B35CA-B345-48CB-9155-82E310606CC9}"/>
              </a:ext>
            </a:extLst>
          </p:cNvPr>
          <p:cNvSpPr>
            <a:spLocks xmlns:a="http://schemas.openxmlformats.org/drawingml/2006/main" noGrp="1"/>
          </p:cNvSpPr>
          <p:nvPr/>
        </p:nvSpPr>
        <p:spPr>
          <a:xfrm xmlns:a="http://schemas.openxmlformats.org/drawingml/2006/main">
            <a:off x="836676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2" name="Text 20">
            <a:extLst xmlns:a="http://schemas.openxmlformats.org/drawingml/2006/main">
              <a:ext uri="{FF2B5EF4-FFF2-40B4-BE49-F238E27FC236}">
                <a16:creationId xmlns:a16="http://schemas.microsoft.com/office/drawing/2014/main" id="{940FA4E9-F4DA-4A75-89B2-E0A528A594BA}"/>
              </a:ext>
            </a:extLst>
          </p:cNvPr>
          <p:cNvSpPr>
            <a:spLocks xmlns:a="http://schemas.openxmlformats.org/drawingml/2006/main" noGrp="1"/>
          </p:cNvSpPr>
          <p:nvPr/>
        </p:nvSpPr>
        <p:spPr>
          <a:xfrm xmlns:a="http://schemas.openxmlformats.org/drawingml/2006/main">
            <a:off x="829360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04</a:t>
            </a:r>
            <a:endParaRPr sz="700"/>
          </a:p>
        </p:txBody>
      </p:sp>
      <p:sp>
        <p:nvSpPr>
          <p:cNvPr id="23" name="Text 21">
            <a:extLst xmlns:a="http://schemas.openxmlformats.org/drawingml/2006/main">
              <a:ext uri="{FF2B5EF4-FFF2-40B4-BE49-F238E27FC236}">
                <a16:creationId xmlns:a16="http://schemas.microsoft.com/office/drawing/2014/main" id="{2EE1FA4B-0053-4357-8223-9811A9D25F86}"/>
              </a:ext>
            </a:extLst>
          </p:cNvPr>
          <p:cNvSpPr>
            <a:spLocks xmlns:a="http://schemas.openxmlformats.org/drawingml/2006/main" noGrp="1"/>
          </p:cNvSpPr>
          <p:nvPr/>
        </p:nvSpPr>
        <p:spPr>
          <a:xfrm xmlns:a="http://schemas.openxmlformats.org/drawingml/2006/main">
            <a:off x="743407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Verify</a:t>
            </a:r>
            <a:endParaRPr sz="1600"/>
          </a:p>
        </p:txBody>
      </p:sp>
      <p:sp>
        <p:nvSpPr>
          <p:cNvPr id="24" name="Text 22">
            <a:extLst xmlns:a="http://schemas.openxmlformats.org/drawingml/2006/main">
              <a:ext uri="{FF2B5EF4-FFF2-40B4-BE49-F238E27FC236}">
                <a16:creationId xmlns:a16="http://schemas.microsoft.com/office/drawing/2014/main" id="{16FBEBB2-C3DB-4CD9-8CF7-E302478F4601}"/>
              </a:ext>
            </a:extLst>
          </p:cNvPr>
          <p:cNvSpPr>
            <a:spLocks xmlns:a="http://schemas.openxmlformats.org/drawingml/2006/main" noGrp="1"/>
          </p:cNvSpPr>
          <p:nvPr/>
        </p:nvSpPr>
        <p:spPr>
          <a:xfrm xmlns:a="http://schemas.openxmlformats.org/drawingml/2006/main">
            <a:off x="743407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Behavior</a:t>
            </a:r>
            <a:endParaRPr sz="1000"/>
          </a:p>
        </p:txBody>
      </p:sp>
      <p:sp>
        <p:nvSpPr>
          <p:cNvPr id="25" name="Shape 23">
            <a:extLst xmlns:a="http://schemas.openxmlformats.org/drawingml/2006/main">
              <a:ext uri="{FF2B5EF4-FFF2-40B4-BE49-F238E27FC236}">
                <a16:creationId xmlns:a16="http://schemas.microsoft.com/office/drawing/2014/main" id="{A30BD87C-A5BC-483E-B30A-EB5EB3D14B99}"/>
              </a:ext>
            </a:extLst>
          </p:cNvPr>
          <p:cNvSpPr>
            <a:spLocks xmlns:a="http://schemas.openxmlformats.org/drawingml/2006/main" noGrp="1"/>
          </p:cNvSpPr>
          <p:nvPr/>
        </p:nvSpPr>
        <p:spPr>
          <a:xfrm xmlns:a="http://schemas.openxmlformats.org/drawingml/2006/main">
            <a:off x="10607040" y="2688336"/>
            <a:ext cx="310896" cy="310896"/>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6" name="Text 24">
            <a:extLst xmlns:a="http://schemas.openxmlformats.org/drawingml/2006/main">
              <a:ext uri="{FF2B5EF4-FFF2-40B4-BE49-F238E27FC236}">
                <a16:creationId xmlns:a16="http://schemas.microsoft.com/office/drawing/2014/main" id="{8C30A569-C304-4C56-846B-E5009BCEB1D6}"/>
              </a:ext>
            </a:extLst>
          </p:cNvPr>
          <p:cNvSpPr>
            <a:spLocks xmlns:a="http://schemas.openxmlformats.org/drawingml/2006/main" noGrp="1"/>
          </p:cNvSpPr>
          <p:nvPr/>
        </p:nvSpPr>
        <p:spPr>
          <a:xfrm xmlns:a="http://schemas.openxmlformats.org/drawingml/2006/main">
            <a:off x="1053388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05</a:t>
            </a:r>
            <a:endParaRPr sz="700"/>
          </a:p>
        </p:txBody>
      </p:sp>
      <p:sp>
        <p:nvSpPr>
          <p:cNvPr id="27" name="Text 25">
            <a:extLst xmlns:a="http://schemas.openxmlformats.org/drawingml/2006/main">
              <a:ext uri="{FF2B5EF4-FFF2-40B4-BE49-F238E27FC236}">
                <a16:creationId xmlns:a16="http://schemas.microsoft.com/office/drawing/2014/main" id="{3097B9BD-DA93-487A-8C0C-94044B775F4E}"/>
              </a:ext>
            </a:extLst>
          </p:cNvPr>
          <p:cNvSpPr>
            <a:spLocks xmlns:a="http://schemas.openxmlformats.org/drawingml/2006/main" noGrp="1"/>
          </p:cNvSpPr>
          <p:nvPr/>
        </p:nvSpPr>
        <p:spPr>
          <a:xfrm xmlns:a="http://schemas.openxmlformats.org/drawingml/2006/main">
            <a:off x="967435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Share</a:t>
            </a:r>
            <a:endParaRPr sz="1600"/>
          </a:p>
        </p:txBody>
      </p:sp>
      <p:sp>
        <p:nvSpPr>
          <p:cNvPr id="28" name="Text 26">
            <a:extLst xmlns:a="http://schemas.openxmlformats.org/drawingml/2006/main">
              <a:ext uri="{FF2B5EF4-FFF2-40B4-BE49-F238E27FC236}">
                <a16:creationId xmlns:a16="http://schemas.microsoft.com/office/drawing/2014/main" id="{61E58F0D-0AC1-422A-AE1E-22CC0E9CDCDF}"/>
              </a:ext>
            </a:extLst>
          </p:cNvPr>
          <p:cNvSpPr>
            <a:spLocks xmlns:a="http://schemas.openxmlformats.org/drawingml/2006/main" noGrp="1"/>
          </p:cNvSpPr>
          <p:nvPr/>
        </p:nvSpPr>
        <p:spPr>
          <a:xfrm xmlns:a="http://schemas.openxmlformats.org/drawingml/2006/main">
            <a:off x="967435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Learning</a:t>
            </a:r>
            <a:endParaRPr sz="1000"/>
          </a:p>
        </p:txBody>
      </p:sp>
      <p:sp>
        <p:nvSpPr>
          <p:cNvPr id="29" name="Shape 27">
            <a:extLst xmlns:a="http://schemas.openxmlformats.org/drawingml/2006/main">
              <a:ext uri="{FF2B5EF4-FFF2-40B4-BE49-F238E27FC236}">
                <a16:creationId xmlns:a16="http://schemas.microsoft.com/office/drawing/2014/main" id="{F24A6219-EEED-4529-AF0A-4EBE9029157B}"/>
              </a:ext>
            </a:extLst>
          </p:cNvPr>
          <p:cNvSpPr>
            <a:spLocks xmlns:a="http://schemas.openxmlformats.org/drawingml/2006/main" noGrp="1"/>
          </p:cNvSpPr>
          <p:nvPr/>
        </p:nvSpPr>
        <p:spPr>
          <a:xfrm xmlns:a="http://schemas.openxmlformats.org/drawingml/2006/main">
            <a:off x="731520"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0" name="Text 28">
            <a:extLst xmlns:a="http://schemas.openxmlformats.org/drawingml/2006/main">
              <a:ext uri="{FF2B5EF4-FFF2-40B4-BE49-F238E27FC236}">
                <a16:creationId xmlns:a16="http://schemas.microsoft.com/office/drawing/2014/main" id="{1AB2C36B-E2AC-44D3-AF84-4B667A9528F0}"/>
              </a:ext>
            </a:extLst>
          </p:cNvPr>
          <p:cNvSpPr>
            <a:spLocks xmlns:a="http://schemas.openxmlformats.org/drawingml/2006/main" noGrp="1"/>
          </p:cNvSpPr>
          <p:nvPr/>
        </p:nvSpPr>
        <p:spPr>
          <a:xfrm xmlns:a="http://schemas.openxmlformats.org/drawingml/2006/main">
            <a:off x="896112"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7</a:t>
            </a:r>
            <a:endParaRPr sz="2500"/>
          </a:p>
        </p:txBody>
      </p:sp>
      <p:sp>
        <p:nvSpPr>
          <p:cNvPr id="31" name="Text 29">
            <a:extLst xmlns:a="http://schemas.openxmlformats.org/drawingml/2006/main">
              <a:ext uri="{FF2B5EF4-FFF2-40B4-BE49-F238E27FC236}">
                <a16:creationId xmlns:a16="http://schemas.microsoft.com/office/drawing/2014/main" id="{97E467F9-01A7-48FC-8766-76DF626CDDEB}"/>
              </a:ext>
            </a:extLst>
          </p:cNvPr>
          <p:cNvSpPr>
            <a:spLocks xmlns:a="http://schemas.openxmlformats.org/drawingml/2006/main" noGrp="1"/>
          </p:cNvSpPr>
          <p:nvPr/>
        </p:nvSpPr>
        <p:spPr>
          <a:xfrm xmlns:a="http://schemas.openxmlformats.org/drawingml/2006/main">
            <a:off x="896112"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Required lessons</a:t>
            </a:r>
            <a:endParaRPr sz="1050"/>
          </a:p>
        </p:txBody>
      </p:sp>
      <p:sp>
        <p:nvSpPr>
          <p:cNvPr id="32" name="Shape 30">
            <a:extLst xmlns:a="http://schemas.openxmlformats.org/drawingml/2006/main">
              <a:ext uri="{FF2B5EF4-FFF2-40B4-BE49-F238E27FC236}">
                <a16:creationId xmlns:a16="http://schemas.microsoft.com/office/drawing/2014/main" id="{81D3B836-3A25-4139-B5E6-AF6FD104E244}"/>
              </a:ext>
            </a:extLst>
          </p:cNvPr>
          <p:cNvSpPr>
            <a:spLocks xmlns:a="http://schemas.openxmlformats.org/drawingml/2006/main" noGrp="1"/>
          </p:cNvSpPr>
          <p:nvPr/>
        </p:nvSpPr>
        <p:spPr>
          <a:xfrm xmlns:a="http://schemas.openxmlformats.org/drawingml/2006/main">
            <a:off x="3584448"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3" name="Text 31">
            <a:extLst xmlns:a="http://schemas.openxmlformats.org/drawingml/2006/main">
              <a:ext uri="{FF2B5EF4-FFF2-40B4-BE49-F238E27FC236}">
                <a16:creationId xmlns:a16="http://schemas.microsoft.com/office/drawing/2014/main" id="{B8B98B42-1F30-4402-ABBB-B6DD64E26C70}"/>
              </a:ext>
            </a:extLst>
          </p:cNvPr>
          <p:cNvSpPr>
            <a:spLocks xmlns:a="http://schemas.openxmlformats.org/drawingml/2006/main" noGrp="1"/>
          </p:cNvSpPr>
          <p:nvPr/>
        </p:nvSpPr>
        <p:spPr>
          <a:xfrm xmlns:a="http://schemas.openxmlformats.org/drawingml/2006/main">
            <a:off x="3749040"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2</a:t>
            </a:r>
            <a:endParaRPr sz="2500"/>
          </a:p>
        </p:txBody>
      </p:sp>
      <p:sp>
        <p:nvSpPr>
          <p:cNvPr id="34" name="Text 32">
            <a:extLst xmlns:a="http://schemas.openxmlformats.org/drawingml/2006/main">
              <a:ext uri="{FF2B5EF4-FFF2-40B4-BE49-F238E27FC236}">
                <a16:creationId xmlns:a16="http://schemas.microsoft.com/office/drawing/2014/main" id="{4F3BB601-1212-46B1-BC5E-E00DBF7D16F0}"/>
              </a:ext>
            </a:extLst>
          </p:cNvPr>
          <p:cNvSpPr>
            <a:spLocks xmlns:a="http://schemas.openxmlformats.org/drawingml/2006/main" noGrp="1"/>
          </p:cNvSpPr>
          <p:nvPr/>
        </p:nvSpPr>
        <p:spPr>
          <a:xfrm xmlns:a="http://schemas.openxmlformats.org/drawingml/2006/main">
            <a:off x="3749040"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Optional bonuses</a:t>
            </a:r>
            <a:endParaRPr sz="1050"/>
          </a:p>
        </p:txBody>
      </p:sp>
      <p:sp>
        <p:nvSpPr>
          <p:cNvPr id="35" name="Shape 33">
            <a:extLst xmlns:a="http://schemas.openxmlformats.org/drawingml/2006/main">
              <a:ext uri="{FF2B5EF4-FFF2-40B4-BE49-F238E27FC236}">
                <a16:creationId xmlns:a16="http://schemas.microsoft.com/office/drawing/2014/main" id="{800ECFB9-1CFA-4C75-A371-4273208E876B}"/>
              </a:ext>
            </a:extLst>
          </p:cNvPr>
          <p:cNvSpPr>
            <a:spLocks xmlns:a="http://schemas.openxmlformats.org/drawingml/2006/main" noGrp="1"/>
          </p:cNvSpPr>
          <p:nvPr/>
        </p:nvSpPr>
        <p:spPr>
          <a:xfrm xmlns:a="http://schemas.openxmlformats.org/drawingml/2006/main">
            <a:off x="6437376"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6" name="Text 34">
            <a:extLst xmlns:a="http://schemas.openxmlformats.org/drawingml/2006/main">
              <a:ext uri="{FF2B5EF4-FFF2-40B4-BE49-F238E27FC236}">
                <a16:creationId xmlns:a16="http://schemas.microsoft.com/office/drawing/2014/main" id="{2CC64FBD-EFE4-47F6-AFAB-15D630F0EBEA}"/>
              </a:ext>
            </a:extLst>
          </p:cNvPr>
          <p:cNvSpPr>
            <a:spLocks xmlns:a="http://schemas.openxmlformats.org/drawingml/2006/main" noGrp="1"/>
          </p:cNvSpPr>
          <p:nvPr/>
        </p:nvSpPr>
        <p:spPr>
          <a:xfrm xmlns:a="http://schemas.openxmlformats.org/drawingml/2006/main">
            <a:off x="6601968"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3</a:t>
            </a:r>
            <a:endParaRPr sz="2500"/>
          </a:p>
        </p:txBody>
      </p:sp>
      <p:sp>
        <p:nvSpPr>
          <p:cNvPr id="37" name="Text 35">
            <a:extLst xmlns:a="http://schemas.openxmlformats.org/drawingml/2006/main">
              <a:ext uri="{FF2B5EF4-FFF2-40B4-BE49-F238E27FC236}">
                <a16:creationId xmlns:a16="http://schemas.microsoft.com/office/drawing/2014/main" id="{D5A5BE2D-1884-44E5-BACE-8904A984B8F3}"/>
              </a:ext>
            </a:extLst>
          </p:cNvPr>
          <p:cNvSpPr>
            <a:spLocks xmlns:a="http://schemas.openxmlformats.org/drawingml/2006/main" noGrp="1"/>
          </p:cNvSpPr>
          <p:nvPr/>
        </p:nvSpPr>
        <p:spPr>
          <a:xfrm xmlns:a="http://schemas.openxmlformats.org/drawingml/2006/main">
            <a:off x="6601968"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IDE / CLI / Web</a:t>
            </a:r>
            <a:endParaRPr sz="1050"/>
          </a:p>
        </p:txBody>
      </p:sp>
      <p:sp>
        <p:nvSpPr>
          <p:cNvPr id="38" name="Shape 36">
            <a:extLst xmlns:a="http://schemas.openxmlformats.org/drawingml/2006/main">
              <a:ext uri="{FF2B5EF4-FFF2-40B4-BE49-F238E27FC236}">
                <a16:creationId xmlns:a16="http://schemas.microsoft.com/office/drawing/2014/main" id="{7D9127DF-0753-4B81-A59D-85F0958D4B21}"/>
              </a:ext>
            </a:extLst>
          </p:cNvPr>
          <p:cNvSpPr>
            <a:spLocks xmlns:a="http://schemas.openxmlformats.org/drawingml/2006/main" noGrp="1"/>
          </p:cNvSpPr>
          <p:nvPr/>
        </p:nvSpPr>
        <p:spPr>
          <a:xfrm xmlns:a="http://schemas.openxmlformats.org/drawingml/2006/main">
            <a:off x="9290304"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9" name="Text 37">
            <a:extLst xmlns:a="http://schemas.openxmlformats.org/drawingml/2006/main">
              <a:ext uri="{FF2B5EF4-FFF2-40B4-BE49-F238E27FC236}">
                <a16:creationId xmlns:a16="http://schemas.microsoft.com/office/drawing/2014/main" id="{CD7CD869-563A-4C60-894D-96A2755E0D0D}"/>
              </a:ext>
            </a:extLst>
          </p:cNvPr>
          <p:cNvSpPr>
            <a:spLocks xmlns:a="http://schemas.openxmlformats.org/drawingml/2006/main" noGrp="1"/>
          </p:cNvSpPr>
          <p:nvPr/>
        </p:nvSpPr>
        <p:spPr>
          <a:xfrm xmlns:a="http://schemas.openxmlformats.org/drawingml/2006/main">
            <a:off x="9454896"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5,250</a:t>
            </a:r>
            <a:endParaRPr sz="2500"/>
          </a:p>
        </p:txBody>
      </p:sp>
      <p:sp>
        <p:nvSpPr>
          <p:cNvPr id="40" name="Text 38">
            <a:extLst xmlns:a="http://schemas.openxmlformats.org/drawingml/2006/main">
              <a:ext uri="{FF2B5EF4-FFF2-40B4-BE49-F238E27FC236}">
                <a16:creationId xmlns:a16="http://schemas.microsoft.com/office/drawing/2014/main" id="{0B5A3583-7A3E-4CAF-BE63-629D30E268AE}"/>
              </a:ext>
            </a:extLst>
          </p:cNvPr>
          <p:cNvSpPr>
            <a:spLocks xmlns:a="http://schemas.openxmlformats.org/drawingml/2006/main" noGrp="1"/>
          </p:cNvSpPr>
          <p:nvPr/>
        </p:nvSpPr>
        <p:spPr>
          <a:xfrm xmlns:a="http://schemas.openxmlformats.org/drawingml/2006/main">
            <a:off x="9454896"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Potential credits</a:t>
            </a:r>
            <a:endParaRPr sz="1050"/>
          </a:p>
        </p:txBody>
      </p:sp>
    </p:spTree>
    <p:extLst>
      <p:ext uri="{BB962C8B-B14F-4D97-AF65-F5344CB8AC3E}">
        <p14:creationId xmlns:p14="http://schemas.microsoft.com/office/powerpoint/2010/main" val="804844396"/>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336C01-3330-4036-8141-7A8E804DEDC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933C383D-E965-4F73-9356-36C6A286F307}"/>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BD951AEA-A6F6-4B8F-B094-B9AE20B40E7A}"/>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7B4204-8160-4DF6-A5C9-1ADF61863891}"/>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04 · SHOWCASE</a:t>
            </a:r>
            <a:endParaRPr sz="900"/>
          </a:p>
        </p:txBody>
      </p:sp>
      <p:sp>
        <p:nvSpPr>
          <p:cNvPr id="6" name="Text 4">
            <a:extLst xmlns:a="http://schemas.openxmlformats.org/drawingml/2006/main">
              <a:ext uri="{FF2B5EF4-FFF2-40B4-BE49-F238E27FC236}">
                <a16:creationId xmlns:a16="http://schemas.microsoft.com/office/drawing/2014/main" id="{4C7EAEFA-F6BB-4568-AB18-BD7EED0464D3}"/>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An existing project, an educational showcase</a:t>
            </a:r>
            <a:endParaRPr sz="2700"/>
          </a:p>
        </p:txBody>
      </p:sp>
      <p:sp>
        <p:nvSpPr>
          <p:cNvPr id="7" name="Text 5">
            <a:extLst xmlns:a="http://schemas.openxmlformats.org/drawingml/2006/main">
              <a:ext uri="{FF2B5EF4-FFF2-40B4-BE49-F238E27FC236}">
                <a16:creationId xmlns:a16="http://schemas.microsoft.com/office/drawing/2014/main" id="{6034B3A3-148B-4F1F-BA6E-99EEA33720A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learning demonstration with original history intact.</a:t>
            </a:r>
            <a:endParaRPr sz="1150"/>
          </a:p>
        </p:txBody>
      </p:sp>
      <p:sp>
        <p:nvSpPr>
          <p:cNvPr id="8" name="Shape 6">
            <a:extLst xmlns:a="http://schemas.openxmlformats.org/drawingml/2006/main">
              <a:ext uri="{FF2B5EF4-FFF2-40B4-BE49-F238E27FC236}">
                <a16:creationId xmlns:a16="http://schemas.microsoft.com/office/drawing/2014/main" id="{B9C6F687-1C99-4760-93E6-4BD09F037493}"/>
              </a:ext>
            </a:extLst>
          </p:cNvPr>
          <p:cNvSpPr>
            <a:spLocks xmlns:a="http://schemas.openxmlformats.org/drawingml/2006/main" noGrp="1"/>
          </p:cNvSpPr>
          <p:nvPr/>
        </p:nvSpPr>
        <p:spPr>
          <a:xfrm xmlns:a="http://schemas.openxmlformats.org/drawingml/2006/main">
            <a:off x="786384"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BF1FB114-AA33-4CFD-9022-73BD15B32C43}"/>
              </a:ext>
            </a:extLst>
          </p:cNvPr>
          <p:cNvSpPr>
            <a:spLocks xmlns:a="http://schemas.openxmlformats.org/drawingml/2006/main" noGrp="1"/>
          </p:cNvSpPr>
          <p:nvPr/>
        </p:nvSpPr>
        <p:spPr>
          <a:xfrm xmlns:a="http://schemas.openxmlformats.org/drawingml/2006/main">
            <a:off x="987552"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0" name="Text 8">
            <a:extLst xmlns:a="http://schemas.openxmlformats.org/drawingml/2006/main">
              <a:ext uri="{FF2B5EF4-FFF2-40B4-BE49-F238E27FC236}">
                <a16:creationId xmlns:a16="http://schemas.microsoft.com/office/drawing/2014/main" id="{F9BE94AF-619E-40AA-B592-EEEAEE980434}"/>
              </a:ext>
            </a:extLst>
          </p:cNvPr>
          <p:cNvSpPr>
            <a:spLocks xmlns:a="http://schemas.openxmlformats.org/drawingml/2006/main" noGrp="1"/>
          </p:cNvSpPr>
          <p:nvPr/>
        </p:nvSpPr>
        <p:spPr>
          <a:xfrm xmlns:a="http://schemas.openxmlformats.org/drawingml/2006/main">
            <a:off x="1060704"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HISTORY</a:t>
            </a:r>
            <a:endParaRPr sz="820"/>
          </a:p>
        </p:txBody>
      </p:sp>
      <p:sp>
        <p:nvSpPr>
          <p:cNvPr id="11" name="Text 9">
            <a:extLst xmlns:a="http://schemas.openxmlformats.org/drawingml/2006/main">
              <a:ext uri="{FF2B5EF4-FFF2-40B4-BE49-F238E27FC236}">
                <a16:creationId xmlns:a16="http://schemas.microsoft.com/office/drawing/2014/main" id="{008D671E-B0CB-4BB4-B37B-340F638B98E9}"/>
              </a:ext>
            </a:extLst>
          </p:cNvPr>
          <p:cNvSpPr>
            <a:spLocks xmlns:a="http://schemas.openxmlformats.org/drawingml/2006/main" noGrp="1"/>
          </p:cNvSpPr>
          <p:nvPr/>
        </p:nvSpPr>
        <p:spPr>
          <a:xfrm xmlns:a="http://schemas.openxmlformats.org/drawingml/2006/main">
            <a:off x="987552"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Existing project</a:t>
            </a:r>
            <a:endParaRPr sz="2000"/>
          </a:p>
        </p:txBody>
      </p:sp>
      <p:sp>
        <p:nvSpPr>
          <p:cNvPr id="12" name="Text 10">
            <a:extLst xmlns:a="http://schemas.openxmlformats.org/drawingml/2006/main">
              <a:ext uri="{FF2B5EF4-FFF2-40B4-BE49-F238E27FC236}">
                <a16:creationId xmlns:a16="http://schemas.microsoft.com/office/drawing/2014/main" id="{BFF97F77-6325-4645-A4C2-99DBB2718995}"/>
              </a:ext>
            </a:extLst>
          </p:cNvPr>
          <p:cNvSpPr>
            <a:spLocks xmlns:a="http://schemas.openxmlformats.org/drawingml/2006/main" noGrp="1"/>
          </p:cNvSpPr>
          <p:nvPr/>
        </p:nvSpPr>
        <p:spPr>
          <a:xfrm xmlns:a="http://schemas.openxmlformats.org/drawingml/2006/main">
            <a:off x="987552"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Local start</a:t>
            </a:r>
            <a:endParaRPr sz="1000"/>
          </a:p>
        </p:txBody>
      </p:sp>
      <p:sp>
        <p:nvSpPr>
          <p:cNvPr id="13" name="Text 11">
            <a:extLst xmlns:a="http://schemas.openxmlformats.org/drawingml/2006/main">
              <a:ext uri="{FF2B5EF4-FFF2-40B4-BE49-F238E27FC236}">
                <a16:creationId xmlns:a16="http://schemas.microsoft.com/office/drawing/2014/main" id="{736FFF0A-BEBA-4CC7-96F6-820FC462EBAB}"/>
              </a:ext>
            </a:extLst>
          </p:cNvPr>
          <p:cNvSpPr>
            <a:spLocks xmlns:a="http://schemas.openxmlformats.org/drawingml/2006/main" noGrp="1"/>
          </p:cNvSpPr>
          <p:nvPr/>
        </p:nvSpPr>
        <p:spPr>
          <a:xfrm xmlns:a="http://schemas.openxmlformats.org/drawingml/2006/main">
            <a:off x="2798064"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July 21, 2026</a:t>
            </a:r>
            <a:endParaRPr sz="1100"/>
          </a:p>
        </p:txBody>
      </p:sp>
      <p:sp>
        <p:nvSpPr>
          <p:cNvPr id="14" name="Text 12">
            <a:extLst xmlns:a="http://schemas.openxmlformats.org/drawingml/2006/main">
              <a:ext uri="{FF2B5EF4-FFF2-40B4-BE49-F238E27FC236}">
                <a16:creationId xmlns:a16="http://schemas.microsoft.com/office/drawing/2014/main" id="{B89F4A2F-1CE3-4BC0-88EB-5BE45F391D37}"/>
              </a:ext>
            </a:extLst>
          </p:cNvPr>
          <p:cNvSpPr>
            <a:spLocks xmlns:a="http://schemas.openxmlformats.org/drawingml/2006/main" noGrp="1"/>
          </p:cNvSpPr>
          <p:nvPr/>
        </p:nvSpPr>
        <p:spPr>
          <a:xfrm xmlns:a="http://schemas.openxmlformats.org/drawingml/2006/main">
            <a:off x="987552"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History</a:t>
            </a:r>
            <a:endParaRPr sz="1000"/>
          </a:p>
        </p:txBody>
      </p:sp>
      <p:sp>
        <p:nvSpPr>
          <p:cNvPr id="15" name="Text 13">
            <a:extLst xmlns:a="http://schemas.openxmlformats.org/drawingml/2006/main">
              <a:ext uri="{FF2B5EF4-FFF2-40B4-BE49-F238E27FC236}">
                <a16:creationId xmlns:a16="http://schemas.microsoft.com/office/drawing/2014/main" id="{1750CEE8-49DF-4A84-B9E8-4024EBD2B61D}"/>
              </a:ext>
            </a:extLst>
          </p:cNvPr>
          <p:cNvSpPr>
            <a:spLocks xmlns:a="http://schemas.openxmlformats.org/drawingml/2006/main" noGrp="1"/>
          </p:cNvSpPr>
          <p:nvPr/>
        </p:nvSpPr>
        <p:spPr>
          <a:xfrm xmlns:a="http://schemas.openxmlformats.org/drawingml/2006/main">
            <a:off x="2798064"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Unchanged</a:t>
            </a:r>
            <a:endParaRPr sz="1100"/>
          </a:p>
        </p:txBody>
      </p:sp>
      <p:sp>
        <p:nvSpPr>
          <p:cNvPr id="16" name="Shape 14">
            <a:extLst xmlns:a="http://schemas.openxmlformats.org/drawingml/2006/main">
              <a:ext uri="{FF2B5EF4-FFF2-40B4-BE49-F238E27FC236}">
                <a16:creationId xmlns:a16="http://schemas.microsoft.com/office/drawing/2014/main" id="{3A729ED6-EEDF-4E58-B471-0E762030FD66}"/>
              </a:ext>
            </a:extLst>
          </p:cNvPr>
          <p:cNvSpPr>
            <a:spLocks xmlns:a="http://schemas.openxmlformats.org/drawingml/2006/main" noGrp="1"/>
          </p:cNvSpPr>
          <p:nvPr/>
        </p:nvSpPr>
        <p:spPr>
          <a:xfrm xmlns:a="http://schemas.openxmlformats.org/drawingml/2006/main">
            <a:off x="4608576"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17" name="Shape 15">
            <a:extLst xmlns:a="http://schemas.openxmlformats.org/drawingml/2006/main">
              <a:ext uri="{FF2B5EF4-FFF2-40B4-BE49-F238E27FC236}">
                <a16:creationId xmlns:a16="http://schemas.microsoft.com/office/drawing/2014/main" id="{8FC8D0DD-C866-455F-8596-DE0FFB417281}"/>
              </a:ext>
            </a:extLst>
          </p:cNvPr>
          <p:cNvSpPr>
            <a:spLocks xmlns:a="http://schemas.openxmlformats.org/drawingml/2006/main" noGrp="1"/>
          </p:cNvSpPr>
          <p:nvPr/>
        </p:nvSpPr>
        <p:spPr>
          <a:xfrm xmlns:a="http://schemas.openxmlformats.org/drawingml/2006/main">
            <a:off x="4809744"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8" name="Text 16">
            <a:extLst xmlns:a="http://schemas.openxmlformats.org/drawingml/2006/main">
              <a:ext uri="{FF2B5EF4-FFF2-40B4-BE49-F238E27FC236}">
                <a16:creationId xmlns:a16="http://schemas.microsoft.com/office/drawing/2014/main" id="{7541DE10-D13C-44E4-87FF-350ACEBF2D45}"/>
              </a:ext>
            </a:extLst>
          </p:cNvPr>
          <p:cNvSpPr>
            <a:spLocks xmlns:a="http://schemas.openxmlformats.org/drawingml/2006/main" noGrp="1"/>
          </p:cNvSpPr>
          <p:nvPr/>
        </p:nvSpPr>
        <p:spPr>
          <a:xfrm xmlns:a="http://schemas.openxmlformats.org/drawingml/2006/main">
            <a:off x="4882896"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PROGRAM</a:t>
            </a:r>
            <a:endParaRPr sz="820"/>
          </a:p>
        </p:txBody>
      </p:sp>
      <p:sp>
        <p:nvSpPr>
          <p:cNvPr id="19" name="Text 17">
            <a:extLst xmlns:a="http://schemas.openxmlformats.org/drawingml/2006/main">
              <a:ext uri="{FF2B5EF4-FFF2-40B4-BE49-F238E27FC236}">
                <a16:creationId xmlns:a16="http://schemas.microsoft.com/office/drawing/2014/main" id="{0FD3BBCB-9F3C-40C1-9275-0FD6D550CAED}"/>
              </a:ext>
            </a:extLst>
          </p:cNvPr>
          <p:cNvSpPr>
            <a:spLocks xmlns:a="http://schemas.openxmlformats.org/drawingml/2006/main" noGrp="1"/>
          </p:cNvSpPr>
          <p:nvPr/>
        </p:nvSpPr>
        <p:spPr>
          <a:xfrm xmlns:a="http://schemas.openxmlformats.org/drawingml/2006/main">
            <a:off x="4809744"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New-build rule</a:t>
            </a:r>
            <a:endParaRPr sz="2000"/>
          </a:p>
        </p:txBody>
      </p:sp>
      <p:sp>
        <p:nvSpPr>
          <p:cNvPr id="20" name="Text 18">
            <a:extLst xmlns:a="http://schemas.openxmlformats.org/drawingml/2006/main">
              <a:ext uri="{FF2B5EF4-FFF2-40B4-BE49-F238E27FC236}">
                <a16:creationId xmlns:a16="http://schemas.microsoft.com/office/drawing/2014/main" id="{B4F0683C-B6E3-4AF8-940D-6BD7B3841739}"/>
              </a:ext>
            </a:extLst>
          </p:cNvPr>
          <p:cNvSpPr>
            <a:spLocks xmlns:a="http://schemas.openxmlformats.org/drawingml/2006/main" noGrp="1"/>
          </p:cNvSpPr>
          <p:nvPr/>
        </p:nvSpPr>
        <p:spPr>
          <a:xfrm xmlns:a="http://schemas.openxmlformats.org/drawingml/2006/main">
            <a:off x="4809744"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First commit</a:t>
            </a:r>
            <a:endParaRPr sz="1000"/>
          </a:p>
        </p:txBody>
      </p:sp>
      <p:sp>
        <p:nvSpPr>
          <p:cNvPr id="21" name="Text 19">
            <a:extLst xmlns:a="http://schemas.openxmlformats.org/drawingml/2006/main">
              <a:ext uri="{FF2B5EF4-FFF2-40B4-BE49-F238E27FC236}">
                <a16:creationId xmlns:a16="http://schemas.microsoft.com/office/drawing/2014/main" id="{669309E4-9177-4FE3-A097-4B58707C3755}"/>
              </a:ext>
            </a:extLst>
          </p:cNvPr>
          <p:cNvSpPr>
            <a:spLocks xmlns:a="http://schemas.openxmlformats.org/drawingml/2006/main" noGrp="1"/>
          </p:cNvSpPr>
          <p:nvPr/>
        </p:nvSpPr>
        <p:spPr>
          <a:xfrm xmlns:a="http://schemas.openxmlformats.org/drawingml/2006/main">
            <a:off x="6620256"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Sept 21 or later</a:t>
            </a:r>
            <a:endParaRPr sz="1100"/>
          </a:p>
        </p:txBody>
      </p:sp>
      <p:sp>
        <p:nvSpPr>
          <p:cNvPr id="22" name="Text 20">
            <a:extLst xmlns:a="http://schemas.openxmlformats.org/drawingml/2006/main">
              <a:ext uri="{FF2B5EF4-FFF2-40B4-BE49-F238E27FC236}">
                <a16:creationId xmlns:a16="http://schemas.microsoft.com/office/drawing/2014/main" id="{140CAA77-8D86-4895-832A-1E5204366B19}"/>
              </a:ext>
            </a:extLst>
          </p:cNvPr>
          <p:cNvSpPr>
            <a:spLocks xmlns:a="http://schemas.openxmlformats.org/drawingml/2006/main" noGrp="1"/>
          </p:cNvSpPr>
          <p:nvPr/>
        </p:nvSpPr>
        <p:spPr>
          <a:xfrm xmlns:a="http://schemas.openxmlformats.org/drawingml/2006/main">
            <a:off x="4809744"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Context</a:t>
            </a:r>
            <a:endParaRPr sz="1000"/>
          </a:p>
        </p:txBody>
      </p:sp>
      <p:sp>
        <p:nvSpPr>
          <p:cNvPr id="23" name="Text 21">
            <a:extLst xmlns:a="http://schemas.openxmlformats.org/drawingml/2006/main">
              <a:ext uri="{FF2B5EF4-FFF2-40B4-BE49-F238E27FC236}">
                <a16:creationId xmlns:a16="http://schemas.microsoft.com/office/drawing/2014/main" id="{C45F087B-675C-4AF1-8A00-C45BBA106467}"/>
              </a:ext>
            </a:extLst>
          </p:cNvPr>
          <p:cNvSpPr>
            <a:spLocks xmlns:a="http://schemas.openxmlformats.org/drawingml/2006/main" noGrp="1"/>
          </p:cNvSpPr>
          <p:nvPr/>
        </p:nvSpPr>
        <p:spPr>
          <a:xfrm xmlns:a="http://schemas.openxmlformats.org/drawingml/2006/main">
            <a:off x="6620256"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Challenge</a:t>
            </a:r>
            <a:endParaRPr sz="1100"/>
          </a:p>
        </p:txBody>
      </p:sp>
      <p:sp>
        <p:nvSpPr>
          <p:cNvPr id="24" name="Shape 22">
            <a:extLst xmlns:a="http://schemas.openxmlformats.org/drawingml/2006/main">
              <a:ext uri="{FF2B5EF4-FFF2-40B4-BE49-F238E27FC236}">
                <a16:creationId xmlns:a16="http://schemas.microsoft.com/office/drawing/2014/main" id="{279B8B96-C455-47CE-B3C1-5B302BEC10EA}"/>
              </a:ext>
            </a:extLst>
          </p:cNvPr>
          <p:cNvSpPr>
            <a:spLocks xmlns:a="http://schemas.openxmlformats.org/drawingml/2006/main" noGrp="1"/>
          </p:cNvSpPr>
          <p:nvPr/>
        </p:nvSpPr>
        <p:spPr>
          <a:xfrm xmlns:a="http://schemas.openxmlformats.org/drawingml/2006/main">
            <a:off x="8430768" y="1828800"/>
            <a:ext cx="3246120" cy="3346704"/>
          </a:xfrm>
          <a:prstGeom xmlns:a="http://schemas.openxmlformats.org/drawingml/2006/main" prst="roundRect">
            <a:avLst>
              <a:gd name="adj" fmla="val 4507"/>
            </a:avLst>
          </a:prstGeom>
          <a:solidFill xmlns:a="http://schemas.openxmlformats.org/drawingml/2006/main">
            <a:srgbClr val="132941"/>
          </a:solidFill>
          <a:ln xmlns:a="http://schemas.openxmlformats.org/drawingml/2006/main" w="12700">
            <a:solidFill>
              <a:srgbClr val="31D7FF"/>
            </a:solidFill>
            <a:prstDash val="solid"/>
          </a:ln>
        </p:spPr>
      </p:sp>
      <p:sp>
        <p:nvSpPr>
          <p:cNvPr id="25" name="Shape 23">
            <a:extLst xmlns:a="http://schemas.openxmlformats.org/drawingml/2006/main">
              <a:ext uri="{FF2B5EF4-FFF2-40B4-BE49-F238E27FC236}">
                <a16:creationId xmlns:a16="http://schemas.microsoft.com/office/drawing/2014/main" id="{D7CFD3D7-F786-465F-BF75-5062A0A67ADA}"/>
              </a:ext>
            </a:extLst>
          </p:cNvPr>
          <p:cNvSpPr>
            <a:spLocks xmlns:a="http://schemas.openxmlformats.org/drawingml/2006/main" noGrp="1"/>
          </p:cNvSpPr>
          <p:nvPr/>
        </p:nvSpPr>
        <p:spPr>
          <a:xfrm xmlns:a="http://schemas.openxmlformats.org/drawingml/2006/main">
            <a:off x="8631936" y="2048256"/>
            <a:ext cx="102412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6" name="Text 24">
            <a:extLst xmlns:a="http://schemas.openxmlformats.org/drawingml/2006/main">
              <a:ext uri="{FF2B5EF4-FFF2-40B4-BE49-F238E27FC236}">
                <a16:creationId xmlns:a16="http://schemas.microsoft.com/office/drawing/2014/main" id="{42A0C617-062D-47A5-AEB5-D8E6258C1FD1}"/>
              </a:ext>
            </a:extLst>
          </p:cNvPr>
          <p:cNvSpPr>
            <a:spLocks xmlns:a="http://schemas.openxmlformats.org/drawingml/2006/main" noGrp="1"/>
          </p:cNvSpPr>
          <p:nvPr/>
        </p:nvSpPr>
        <p:spPr>
          <a:xfrm xmlns:a="http://schemas.openxmlformats.org/drawingml/2006/main">
            <a:off x="8705088"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SHOWCASE</a:t>
            </a:r>
            <a:endParaRPr sz="820"/>
          </a:p>
        </p:txBody>
      </p:sp>
      <p:sp>
        <p:nvSpPr>
          <p:cNvPr id="27" name="Text 25">
            <a:extLst xmlns:a="http://schemas.openxmlformats.org/drawingml/2006/main">
              <a:ext uri="{FF2B5EF4-FFF2-40B4-BE49-F238E27FC236}">
                <a16:creationId xmlns:a16="http://schemas.microsoft.com/office/drawing/2014/main" id="{2C3A2DBD-C782-45D3-BEE0-98EBD22A478F}"/>
              </a:ext>
            </a:extLst>
          </p:cNvPr>
          <p:cNvSpPr>
            <a:spLocks xmlns:a="http://schemas.openxmlformats.org/drawingml/2006/main" noGrp="1"/>
          </p:cNvSpPr>
          <p:nvPr/>
        </p:nvSpPr>
        <p:spPr>
          <a:xfrm xmlns:a="http://schemas.openxmlformats.org/drawingml/2006/main">
            <a:off x="8631936"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POS AI-First</a:t>
            </a:r>
            <a:endParaRPr sz="2000"/>
          </a:p>
        </p:txBody>
      </p:sp>
      <p:sp>
        <p:nvSpPr>
          <p:cNvPr id="28" name="Text 26">
            <a:extLst xmlns:a="http://schemas.openxmlformats.org/drawingml/2006/main">
              <a:ext uri="{FF2B5EF4-FFF2-40B4-BE49-F238E27FC236}">
                <a16:creationId xmlns:a16="http://schemas.microsoft.com/office/drawing/2014/main" id="{0D438E3A-55CA-4EFD-8416-92775D41F984}"/>
              </a:ext>
            </a:extLst>
          </p:cNvPr>
          <p:cNvSpPr>
            <a:spLocks xmlns:a="http://schemas.openxmlformats.org/drawingml/2006/main" noGrp="1"/>
          </p:cNvSpPr>
          <p:nvPr/>
        </p:nvSpPr>
        <p:spPr>
          <a:xfrm xmlns:a="http://schemas.openxmlformats.org/drawingml/2006/main">
            <a:off x="8631936"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Learning</a:t>
            </a:r>
            <a:endParaRPr sz="1000"/>
          </a:p>
        </p:txBody>
      </p:sp>
      <p:sp>
        <p:nvSpPr>
          <p:cNvPr id="29" name="Text 27">
            <a:extLst xmlns:a="http://schemas.openxmlformats.org/drawingml/2006/main">
              <a:ext uri="{FF2B5EF4-FFF2-40B4-BE49-F238E27FC236}">
                <a16:creationId xmlns:a16="http://schemas.microsoft.com/office/drawing/2014/main" id="{6C2BCA95-5F89-4043-A2B4-E7690E0267A8}"/>
              </a:ext>
            </a:extLst>
          </p:cNvPr>
          <p:cNvSpPr>
            <a:spLocks xmlns:a="http://schemas.openxmlformats.org/drawingml/2006/main" noGrp="1"/>
          </p:cNvSpPr>
          <p:nvPr/>
        </p:nvSpPr>
        <p:spPr>
          <a:xfrm xmlns:a="http://schemas.openxmlformats.org/drawingml/2006/main">
            <a:off x="10442448"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Documented</a:t>
            </a:r>
            <a:endParaRPr sz="1100"/>
          </a:p>
        </p:txBody>
      </p:sp>
      <p:sp>
        <p:nvSpPr>
          <p:cNvPr id="30" name="Text 28">
            <a:extLst xmlns:a="http://schemas.openxmlformats.org/drawingml/2006/main">
              <a:ext uri="{FF2B5EF4-FFF2-40B4-BE49-F238E27FC236}">
                <a16:creationId xmlns:a16="http://schemas.microsoft.com/office/drawing/2014/main" id="{6939B2E0-D6DA-4FF9-A26B-D5D5403A120B}"/>
              </a:ext>
            </a:extLst>
          </p:cNvPr>
          <p:cNvSpPr>
            <a:spLocks xmlns:a="http://schemas.openxmlformats.org/drawingml/2006/main" noGrp="1"/>
          </p:cNvSpPr>
          <p:nvPr/>
        </p:nvSpPr>
        <p:spPr>
          <a:xfrm xmlns:a="http://schemas.openxmlformats.org/drawingml/2006/main">
            <a:off x="8631936"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Eligibility</a:t>
            </a:r>
            <a:endParaRPr sz="1000"/>
          </a:p>
        </p:txBody>
      </p:sp>
      <p:sp>
        <p:nvSpPr>
          <p:cNvPr id="31" name="Text 29">
            <a:extLst xmlns:a="http://schemas.openxmlformats.org/drawingml/2006/main">
              <a:ext uri="{FF2B5EF4-FFF2-40B4-BE49-F238E27FC236}">
                <a16:creationId xmlns:a16="http://schemas.microsoft.com/office/drawing/2014/main" id="{F413E376-9BE0-4C6C-A7E4-7AB04BE58723}"/>
              </a:ext>
            </a:extLst>
          </p:cNvPr>
          <p:cNvSpPr>
            <a:spLocks xmlns:a="http://schemas.openxmlformats.org/drawingml/2006/main" noGrp="1"/>
          </p:cNvSpPr>
          <p:nvPr/>
        </p:nvSpPr>
        <p:spPr>
          <a:xfrm xmlns:a="http://schemas.openxmlformats.org/drawingml/2006/main">
            <a:off x="10442448"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Not claimed</a:t>
            </a:r>
            <a:endParaRPr sz="1100"/>
          </a:p>
        </p:txBody>
      </p:sp>
      <p:sp>
        <p:nvSpPr>
          <p:cNvPr id="32" name="Text 30">
            <a:extLst xmlns:a="http://schemas.openxmlformats.org/drawingml/2006/main">
              <a:ext uri="{FF2B5EF4-FFF2-40B4-BE49-F238E27FC236}">
                <a16:creationId xmlns:a16="http://schemas.microsoft.com/office/drawing/2014/main" id="{BC1128DC-30B8-45DA-AFF4-A33D2A518CE0}"/>
              </a:ext>
            </a:extLst>
          </p:cNvPr>
          <p:cNvSpPr>
            <a:spLocks xmlns:a="http://schemas.openxmlformats.org/drawingml/2006/main" noGrp="1"/>
          </p:cNvSpPr>
          <p:nvPr/>
        </p:nvSpPr>
        <p:spPr>
          <a:xfrm xmlns:a="http://schemas.openxmlformats.org/drawingml/2006/main">
            <a:off x="8631936" y="4407408"/>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b="1">
                <a:solidFill>
                  <a:srgbClr val="31D7FF"/>
                </a:solidFill>
                <a:latin typeface="Aptos"/>
                <a:ea typeface="Aptos"/>
                <a:cs typeface="Aptos"/>
              </a:rPr>
              <a:t>Existing POS case study</a:t>
            </a:r>
            <a:endParaRPr sz="1300"/>
          </a:p>
        </p:txBody>
      </p:sp>
      <p:sp>
        <p:nvSpPr>
          <p:cNvPr id="33" name="Text 31">
            <a:extLst xmlns:a="http://schemas.openxmlformats.org/drawingml/2006/main">
              <a:ext uri="{FF2B5EF4-FFF2-40B4-BE49-F238E27FC236}">
                <a16:creationId xmlns:a16="http://schemas.microsoft.com/office/drawing/2014/main" id="{C24A4C31-DD97-4EB0-8F51-7FF4CE64B994}"/>
              </a:ext>
            </a:extLst>
          </p:cNvPr>
          <p:cNvSpPr>
            <a:spLocks xmlns:a="http://schemas.openxmlformats.org/drawingml/2006/main" noGrp="1"/>
          </p:cNvSpPr>
          <p:nvPr/>
        </p:nvSpPr>
        <p:spPr>
          <a:xfrm xmlns:a="http://schemas.openxmlformats.org/drawingml/2006/main">
            <a:off x="1216152" y="5577840"/>
            <a:ext cx="9784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Educational use only. No final-exam eligibility or credit award claimed.</a:t>
            </a:r>
            <a:endParaRPr sz="1050"/>
          </a:p>
        </p:txBody>
      </p:sp>
    </p:spTree>
    <p:extLst>
      <p:ext uri="{BB962C8B-B14F-4D97-AF65-F5344CB8AC3E}">
        <p14:creationId xmlns:p14="http://schemas.microsoft.com/office/powerpoint/2010/main" val="199311755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E3D60D-0BD9-4751-8B92-8C4C40FCB35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34152C9-38AD-4296-98A2-EABABB9F7E5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4857B986-4C3B-4FD8-A147-43B333835E00}"/>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A405AA1-1D4E-4327-9006-9A73F1B5D5D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05 · DISCOVERY</a:t>
            </a:r>
            <a:endParaRPr sz="900"/>
          </a:p>
        </p:txBody>
      </p:sp>
      <p:sp>
        <p:nvSpPr>
          <p:cNvPr id="6" name="Text 4">
            <a:extLst xmlns:a="http://schemas.openxmlformats.org/drawingml/2006/main">
              <a:ext uri="{FF2B5EF4-FFF2-40B4-BE49-F238E27FC236}">
                <a16:creationId xmlns:a16="http://schemas.microsoft.com/office/drawing/2014/main" id="{950CD4E1-B906-4CFE-A89D-C2672E6EB088}"/>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Research before implementation</a:t>
            </a:r>
            <a:endParaRPr sz="2700"/>
          </a:p>
        </p:txBody>
      </p:sp>
      <p:sp>
        <p:nvSpPr>
          <p:cNvPr id="7" name="Text 5">
            <a:extLst xmlns:a="http://schemas.openxmlformats.org/drawingml/2006/main">
              <a:ext uri="{FF2B5EF4-FFF2-40B4-BE49-F238E27FC236}">
                <a16:creationId xmlns:a16="http://schemas.microsoft.com/office/drawing/2014/main" id="{818F52B9-782F-4336-AFC0-96D2AD4C292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Understanding the problem helps define a manageable MVP.</a:t>
            </a:r>
            <a:endParaRPr sz="1150"/>
          </a:p>
        </p:txBody>
      </p:sp>
      <p:sp>
        <p:nvSpPr>
          <p:cNvPr id="8" name="Shape 6">
            <a:extLst xmlns:a="http://schemas.openxmlformats.org/drawingml/2006/main">
              <a:ext uri="{FF2B5EF4-FFF2-40B4-BE49-F238E27FC236}">
                <a16:creationId xmlns:a16="http://schemas.microsoft.com/office/drawing/2014/main" id="{12D96296-E5C3-4469-B78A-2790BACE33E2}"/>
              </a:ext>
            </a:extLst>
          </p:cNvPr>
          <p:cNvSpPr>
            <a:spLocks xmlns:a="http://schemas.openxmlformats.org/drawingml/2006/main" noGrp="1"/>
          </p:cNvSpPr>
          <p:nvPr/>
        </p:nvSpPr>
        <p:spPr>
          <a:xfrm xmlns:a="http://schemas.openxmlformats.org/drawingml/2006/main">
            <a:off x="749808" y="1783080"/>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4B21B75E-973D-42D2-8190-3972CC1F720A}"/>
              </a:ext>
            </a:extLst>
          </p:cNvPr>
          <p:cNvSpPr>
            <a:spLocks xmlns:a="http://schemas.openxmlformats.org/drawingml/2006/main" noGrp="1"/>
          </p:cNvSpPr>
          <p:nvPr/>
        </p:nvSpPr>
        <p:spPr>
          <a:xfrm xmlns:a="http://schemas.openxmlformats.org/drawingml/2006/main">
            <a:off x="960120" y="2002536"/>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E1AAF227-F2BD-4521-94E5-3BE662F1D34C}"/>
              </a:ext>
            </a:extLst>
          </p:cNvPr>
          <p:cNvSpPr>
            <a:spLocks xmlns:a="http://schemas.openxmlformats.org/drawingml/2006/main" noGrp="1"/>
          </p:cNvSpPr>
          <p:nvPr/>
        </p:nvSpPr>
        <p:spPr>
          <a:xfrm xmlns:a="http://schemas.openxmlformats.org/drawingml/2006/main">
            <a:off x="1033272" y="2020824"/>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582E0EDC-87EC-4F93-8F1B-CD312F6E1DF2}"/>
              </a:ext>
            </a:extLst>
          </p:cNvPr>
          <p:cNvSpPr>
            <a:spLocks xmlns:a="http://schemas.openxmlformats.org/drawingml/2006/main" noGrp="1"/>
          </p:cNvSpPr>
          <p:nvPr/>
        </p:nvSpPr>
        <p:spPr>
          <a:xfrm xmlns:a="http://schemas.openxmlformats.org/drawingml/2006/main">
            <a:off x="1700784" y="1947672"/>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Review</a:t>
            </a:r>
            <a:endParaRPr sz="1700"/>
          </a:p>
        </p:txBody>
      </p:sp>
      <p:sp>
        <p:nvSpPr>
          <p:cNvPr id="12" name="Text 10">
            <a:extLst xmlns:a="http://schemas.openxmlformats.org/drawingml/2006/main">
              <a:ext uri="{FF2B5EF4-FFF2-40B4-BE49-F238E27FC236}">
                <a16:creationId xmlns:a16="http://schemas.microsoft.com/office/drawing/2014/main" id="{7F6029BA-88EE-4318-9524-55FACA1776AB}"/>
              </a:ext>
            </a:extLst>
          </p:cNvPr>
          <p:cNvSpPr>
            <a:spLocks xmlns:a="http://schemas.openxmlformats.org/drawingml/2006/main" noGrp="1"/>
          </p:cNvSpPr>
          <p:nvPr/>
        </p:nvSpPr>
        <p:spPr>
          <a:xfrm xmlns:a="http://schemas.openxmlformats.org/drawingml/2006/main">
            <a:off x="4315968" y="1947672"/>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Existing POS workflows</a:t>
            </a:r>
            <a:endParaRPr sz="1300"/>
          </a:p>
        </p:txBody>
      </p:sp>
      <p:sp>
        <p:nvSpPr>
          <p:cNvPr id="13" name="Shape 11">
            <a:extLst xmlns:a="http://schemas.openxmlformats.org/drawingml/2006/main">
              <a:ext uri="{FF2B5EF4-FFF2-40B4-BE49-F238E27FC236}">
                <a16:creationId xmlns:a16="http://schemas.microsoft.com/office/drawing/2014/main" id="{5664DC86-9469-4DD1-AAF0-E1013887B354}"/>
              </a:ext>
            </a:extLst>
          </p:cNvPr>
          <p:cNvSpPr>
            <a:spLocks xmlns:a="http://schemas.openxmlformats.org/drawingml/2006/main" noGrp="1"/>
          </p:cNvSpPr>
          <p:nvPr/>
        </p:nvSpPr>
        <p:spPr>
          <a:xfrm xmlns:a="http://schemas.openxmlformats.org/drawingml/2006/main">
            <a:off x="749808" y="2770632"/>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FBBB8167-55B3-40B8-8DEA-4F003641799C}"/>
              </a:ext>
            </a:extLst>
          </p:cNvPr>
          <p:cNvSpPr>
            <a:spLocks xmlns:a="http://schemas.openxmlformats.org/drawingml/2006/main" noGrp="1"/>
          </p:cNvSpPr>
          <p:nvPr/>
        </p:nvSpPr>
        <p:spPr>
          <a:xfrm xmlns:a="http://schemas.openxmlformats.org/drawingml/2006/main">
            <a:off x="960120" y="2990088"/>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272517FD-8CFA-4CB0-8C03-26E45E479109}"/>
              </a:ext>
            </a:extLst>
          </p:cNvPr>
          <p:cNvSpPr>
            <a:spLocks xmlns:a="http://schemas.openxmlformats.org/drawingml/2006/main" noGrp="1"/>
          </p:cNvSpPr>
          <p:nvPr/>
        </p:nvSpPr>
        <p:spPr>
          <a:xfrm xmlns:a="http://schemas.openxmlformats.org/drawingml/2006/main">
            <a:off x="1033272" y="3008376"/>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D4A4B69C-9E94-4431-87D0-CD7D52CFD690}"/>
              </a:ext>
            </a:extLst>
          </p:cNvPr>
          <p:cNvSpPr>
            <a:spLocks xmlns:a="http://schemas.openxmlformats.org/drawingml/2006/main" noGrp="1"/>
          </p:cNvSpPr>
          <p:nvPr/>
        </p:nvSpPr>
        <p:spPr>
          <a:xfrm xmlns:a="http://schemas.openxmlformats.org/drawingml/2006/main">
            <a:off x="1700784" y="2935224"/>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Analysis</a:t>
            </a:r>
            <a:endParaRPr sz="1700"/>
          </a:p>
        </p:txBody>
      </p:sp>
      <p:sp>
        <p:nvSpPr>
          <p:cNvPr id="17" name="Text 15">
            <a:extLst xmlns:a="http://schemas.openxmlformats.org/drawingml/2006/main">
              <a:ext uri="{FF2B5EF4-FFF2-40B4-BE49-F238E27FC236}">
                <a16:creationId xmlns:a16="http://schemas.microsoft.com/office/drawing/2014/main" id="{7C3FA802-A699-46D4-BC0C-CD1C507034A3}"/>
              </a:ext>
            </a:extLst>
          </p:cNvPr>
          <p:cNvSpPr>
            <a:spLocks xmlns:a="http://schemas.openxmlformats.org/drawingml/2006/main" noGrp="1"/>
          </p:cNvSpPr>
          <p:nvPr/>
        </p:nvSpPr>
        <p:spPr>
          <a:xfrm xmlns:a="http://schemas.openxmlformats.org/drawingml/2006/main">
            <a:off x="4315968" y="2935224"/>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Potential differentiators</a:t>
            </a:r>
            <a:endParaRPr sz="1300"/>
          </a:p>
        </p:txBody>
      </p:sp>
      <p:sp>
        <p:nvSpPr>
          <p:cNvPr id="18" name="Shape 16">
            <a:extLst xmlns:a="http://schemas.openxmlformats.org/drawingml/2006/main">
              <a:ext uri="{FF2B5EF4-FFF2-40B4-BE49-F238E27FC236}">
                <a16:creationId xmlns:a16="http://schemas.microsoft.com/office/drawing/2014/main" id="{D77D2FE3-1771-4898-9478-F62E083EB452}"/>
              </a:ext>
            </a:extLst>
          </p:cNvPr>
          <p:cNvSpPr>
            <a:spLocks xmlns:a="http://schemas.openxmlformats.org/drawingml/2006/main" noGrp="1"/>
          </p:cNvSpPr>
          <p:nvPr/>
        </p:nvSpPr>
        <p:spPr>
          <a:xfrm xmlns:a="http://schemas.openxmlformats.org/drawingml/2006/main">
            <a:off x="749808" y="3758184"/>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9" name="Shape 17">
            <a:extLst xmlns:a="http://schemas.openxmlformats.org/drawingml/2006/main">
              <a:ext uri="{FF2B5EF4-FFF2-40B4-BE49-F238E27FC236}">
                <a16:creationId xmlns:a16="http://schemas.microsoft.com/office/drawing/2014/main" id="{0E4ED54C-B182-4661-A3CB-BC50D51A9127}"/>
              </a:ext>
            </a:extLst>
          </p:cNvPr>
          <p:cNvSpPr>
            <a:spLocks xmlns:a="http://schemas.openxmlformats.org/drawingml/2006/main" noGrp="1"/>
          </p:cNvSpPr>
          <p:nvPr/>
        </p:nvSpPr>
        <p:spPr>
          <a:xfrm xmlns:a="http://schemas.openxmlformats.org/drawingml/2006/main">
            <a:off x="960120" y="3977640"/>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0" name="Text 18">
            <a:extLst xmlns:a="http://schemas.openxmlformats.org/drawingml/2006/main">
              <a:ext uri="{FF2B5EF4-FFF2-40B4-BE49-F238E27FC236}">
                <a16:creationId xmlns:a16="http://schemas.microsoft.com/office/drawing/2014/main" id="{6D463A65-EA2B-4A7B-8307-6BDD554C8F83}"/>
              </a:ext>
            </a:extLst>
          </p:cNvPr>
          <p:cNvSpPr>
            <a:spLocks xmlns:a="http://schemas.openxmlformats.org/drawingml/2006/main" noGrp="1"/>
          </p:cNvSpPr>
          <p:nvPr/>
        </p:nvSpPr>
        <p:spPr>
          <a:xfrm xmlns:a="http://schemas.openxmlformats.org/drawingml/2006/main">
            <a:off x="1033272" y="3995928"/>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1" name="Text 19">
            <a:extLst xmlns:a="http://schemas.openxmlformats.org/drawingml/2006/main">
              <a:ext uri="{FF2B5EF4-FFF2-40B4-BE49-F238E27FC236}">
                <a16:creationId xmlns:a16="http://schemas.microsoft.com/office/drawing/2014/main" id="{3A07AE85-2E68-4C27-942B-FFE4554A35E7}"/>
              </a:ext>
            </a:extLst>
          </p:cNvPr>
          <p:cNvSpPr>
            <a:spLocks xmlns:a="http://schemas.openxmlformats.org/drawingml/2006/main" noGrp="1"/>
          </p:cNvSpPr>
          <p:nvPr/>
        </p:nvSpPr>
        <p:spPr>
          <a:xfrm xmlns:a="http://schemas.openxmlformats.org/drawingml/2006/main">
            <a:off x="1700784" y="3922776"/>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Constitution</a:t>
            </a:r>
            <a:endParaRPr sz="1700"/>
          </a:p>
        </p:txBody>
      </p:sp>
      <p:sp>
        <p:nvSpPr>
          <p:cNvPr id="22" name="Text 20">
            <a:extLst xmlns:a="http://schemas.openxmlformats.org/drawingml/2006/main">
              <a:ext uri="{FF2B5EF4-FFF2-40B4-BE49-F238E27FC236}">
                <a16:creationId xmlns:a16="http://schemas.microsoft.com/office/drawing/2014/main" id="{5C8BFC5A-8239-4577-AD55-38EE0F040C8B}"/>
              </a:ext>
            </a:extLst>
          </p:cNvPr>
          <p:cNvSpPr>
            <a:spLocks xmlns:a="http://schemas.openxmlformats.org/drawingml/2006/main" noGrp="1"/>
          </p:cNvSpPr>
          <p:nvPr/>
        </p:nvSpPr>
        <p:spPr>
          <a:xfrm xmlns:a="http://schemas.openxmlformats.org/drawingml/2006/main">
            <a:off x="4315968" y="3922776"/>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Scope and exclusions</a:t>
            </a:r>
            <a:endParaRPr sz="1300"/>
          </a:p>
        </p:txBody>
      </p:sp>
      <p:sp>
        <p:nvSpPr>
          <p:cNvPr id="23" name="Shape 21">
            <a:extLst xmlns:a="http://schemas.openxmlformats.org/drawingml/2006/main">
              <a:ext uri="{FF2B5EF4-FFF2-40B4-BE49-F238E27FC236}">
                <a16:creationId xmlns:a16="http://schemas.microsoft.com/office/drawing/2014/main" id="{3F859116-44C5-45AD-A4EE-928E277CCF3D}"/>
              </a:ext>
            </a:extLst>
          </p:cNvPr>
          <p:cNvSpPr>
            <a:spLocks xmlns:a="http://schemas.openxmlformats.org/drawingml/2006/main" noGrp="1"/>
          </p:cNvSpPr>
          <p:nvPr/>
        </p:nvSpPr>
        <p:spPr>
          <a:xfrm xmlns:a="http://schemas.openxmlformats.org/drawingml/2006/main">
            <a:off x="749808" y="4745736"/>
            <a:ext cx="10698480" cy="749808"/>
          </a:xfrm>
          <a:prstGeom xmlns:a="http://schemas.openxmlformats.org/drawingml/2006/main" prst="roundRect">
            <a:avLst>
              <a:gd name="adj" fmla="val 19512"/>
            </a:avLst>
          </a:prstGeom>
          <a:solidFill xmlns:a="http://schemas.openxmlformats.org/drawingml/2006/main">
            <a:srgbClr val="10263B"/>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08529AE0-63E5-4CEE-A8FF-8CCD2728A4C9}"/>
              </a:ext>
            </a:extLst>
          </p:cNvPr>
          <p:cNvSpPr>
            <a:spLocks xmlns:a="http://schemas.openxmlformats.org/drawingml/2006/main" noGrp="1"/>
          </p:cNvSpPr>
          <p:nvPr/>
        </p:nvSpPr>
        <p:spPr>
          <a:xfrm xmlns:a="http://schemas.openxmlformats.org/drawingml/2006/main">
            <a:off x="960120" y="4965192"/>
            <a:ext cx="502920"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5" name="Text 23">
            <a:extLst xmlns:a="http://schemas.openxmlformats.org/drawingml/2006/main">
              <a:ext uri="{FF2B5EF4-FFF2-40B4-BE49-F238E27FC236}">
                <a16:creationId xmlns:a16="http://schemas.microsoft.com/office/drawing/2014/main" id="{A54775FB-9FD2-47CC-98E9-AC071198BBFF}"/>
              </a:ext>
            </a:extLst>
          </p:cNvPr>
          <p:cNvSpPr>
            <a:spLocks xmlns:a="http://schemas.openxmlformats.org/drawingml/2006/main" noGrp="1"/>
          </p:cNvSpPr>
          <p:nvPr/>
        </p:nvSpPr>
        <p:spPr>
          <a:xfrm xmlns:a="http://schemas.openxmlformats.org/drawingml/2006/main">
            <a:off x="1033272" y="4983480"/>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6" name="Text 24">
            <a:extLst xmlns:a="http://schemas.openxmlformats.org/drawingml/2006/main">
              <a:ext uri="{FF2B5EF4-FFF2-40B4-BE49-F238E27FC236}">
                <a16:creationId xmlns:a16="http://schemas.microsoft.com/office/drawing/2014/main" id="{D0DBB90A-7973-4C27-8141-DF9D35B331AB}"/>
              </a:ext>
            </a:extLst>
          </p:cNvPr>
          <p:cNvSpPr>
            <a:spLocks xmlns:a="http://schemas.openxmlformats.org/drawingml/2006/main" noGrp="1"/>
          </p:cNvSpPr>
          <p:nvPr/>
        </p:nvSpPr>
        <p:spPr>
          <a:xfrm xmlns:a="http://schemas.openxmlformats.org/drawingml/2006/main">
            <a:off x="1700784" y="491032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Questions</a:t>
            </a:r>
            <a:endParaRPr sz="1700"/>
          </a:p>
        </p:txBody>
      </p:sp>
      <p:sp>
        <p:nvSpPr>
          <p:cNvPr id="27" name="Text 25">
            <a:extLst xmlns:a="http://schemas.openxmlformats.org/drawingml/2006/main">
              <a:ext uri="{FF2B5EF4-FFF2-40B4-BE49-F238E27FC236}">
                <a16:creationId xmlns:a16="http://schemas.microsoft.com/office/drawing/2014/main" id="{06B75B8F-89B6-470D-82E7-10C4F24A2CDA}"/>
              </a:ext>
            </a:extLst>
          </p:cNvPr>
          <p:cNvSpPr>
            <a:spLocks xmlns:a="http://schemas.openxmlformats.org/drawingml/2006/main" noGrp="1"/>
          </p:cNvSpPr>
          <p:nvPr/>
        </p:nvSpPr>
        <p:spPr>
          <a:xfrm xmlns:a="http://schemas.openxmlformats.org/drawingml/2006/main">
            <a:off x="4315968" y="4910328"/>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Data model and security</a:t>
            </a:r>
            <a:endParaRPr sz="1300"/>
          </a:p>
        </p:txBody>
      </p:sp>
      <p:sp>
        <p:nvSpPr>
          <p:cNvPr id="28" name="Text 26">
            <a:extLst xmlns:a="http://schemas.openxmlformats.org/drawingml/2006/main">
              <a:ext uri="{FF2B5EF4-FFF2-40B4-BE49-F238E27FC236}">
                <a16:creationId xmlns:a16="http://schemas.microsoft.com/office/drawing/2014/main" id="{B7C4F86C-9952-4DCC-8C84-8D77361419BD}"/>
              </a:ext>
            </a:extLst>
          </p:cNvPr>
          <p:cNvSpPr>
            <a:spLocks xmlns:a="http://schemas.openxmlformats.org/drawingml/2006/main" noGrp="1"/>
          </p:cNvSpPr>
          <p:nvPr/>
        </p:nvSpPr>
        <p:spPr>
          <a:xfrm xmlns:a="http://schemas.openxmlformats.org/drawingml/2006/main">
            <a:off x="4233672" y="5897880"/>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spc="150">
                <a:solidFill>
                  <a:srgbClr val="31D7FF"/>
                </a:solidFill>
                <a:latin typeface="Aptos"/>
                <a:ea typeface="Aptos"/>
                <a:cs typeface="Aptos"/>
              </a:rPr>
              <a:t>FOUNDATIONS BEFORE IMPLEMENTATION</a:t>
            </a:r>
            <a:endParaRPr sz="1200"/>
          </a:p>
        </p:txBody>
      </p:sp>
    </p:spTree>
    <p:extLst>
      <p:ext uri="{BB962C8B-B14F-4D97-AF65-F5344CB8AC3E}">
        <p14:creationId xmlns:p14="http://schemas.microsoft.com/office/powerpoint/2010/main" val="1424946459"/>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0DD1C8-843E-4E51-BB18-9C11AEAF170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04F69617-6B5B-4515-9C33-F0A2B29192D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3962AE6F-3BE8-408F-863F-E9B843F625C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562A168-8811-47EC-9AFA-8D3BB9C369C6}"/>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06 · LEARNING</a:t>
            </a:r>
            <a:endParaRPr sz="900"/>
          </a:p>
        </p:txBody>
      </p:sp>
      <p:sp>
        <p:nvSpPr>
          <p:cNvPr id="6" name="Text 4">
            <a:extLst xmlns:a="http://schemas.openxmlformats.org/drawingml/2006/main">
              <a:ext uri="{FF2B5EF4-FFF2-40B4-BE49-F238E27FC236}">
                <a16:creationId xmlns:a16="http://schemas.microsoft.com/office/drawing/2014/main" id="{F79D6823-15FD-4375-A897-686ABE4654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Documented Kiro workflow</a:t>
            </a:r>
            <a:endParaRPr sz="2700"/>
          </a:p>
        </p:txBody>
      </p:sp>
      <p:sp>
        <p:nvSpPr>
          <p:cNvPr id="7" name="Shape 5">
            <a:extLst xmlns:a="http://schemas.openxmlformats.org/drawingml/2006/main">
              <a:ext uri="{FF2B5EF4-FFF2-40B4-BE49-F238E27FC236}">
                <a16:creationId xmlns:a16="http://schemas.microsoft.com/office/drawing/2014/main" id="{BA4A6F47-B0F3-4A39-944E-E0E374DCA353}"/>
              </a:ext>
            </a:extLst>
          </p:cNvPr>
          <p:cNvSpPr>
            <a:spLocks xmlns:a="http://schemas.openxmlformats.org/drawingml/2006/main" noGrp="1"/>
          </p:cNvSpPr>
          <p:nvPr/>
        </p:nvSpPr>
        <p:spPr>
          <a:xfrm xmlns:a="http://schemas.openxmlformats.org/drawingml/2006/main">
            <a:off x="74980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C0F3C734-4A4D-4DC9-8469-75F464F2047C}"/>
              </a:ext>
            </a:extLst>
          </p:cNvPr>
          <p:cNvSpPr>
            <a:spLocks xmlns:a="http://schemas.openxmlformats.org/drawingml/2006/main" noGrp="1"/>
          </p:cNvSpPr>
          <p:nvPr/>
        </p:nvSpPr>
        <p:spPr>
          <a:xfrm xmlns:a="http://schemas.openxmlformats.org/drawingml/2006/main">
            <a:off x="996696" y="1947672"/>
            <a:ext cx="475488" cy="475488"/>
          </a:xfrm>
          <a:prstGeom xmlns:a="http://schemas.openxmlformats.org/drawingml/2006/main" prst="roundRect">
            <a:avLst>
              <a:gd name="adj" fmla="val 23077"/>
            </a:avLst>
          </a:prstGeom>
          <a:solidFill xmlns:a="http://schemas.openxmlformats.org/drawingml/2006/main">
            <a:srgbClr val="31D7FF">
              <a:alpha val="88000"/>
            </a:srgbClr>
          </a:solidFill>
          <a:ln xmlns:a="http://schemas.openxmlformats.org/drawingml/2006/main" w="1524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FB97CAE1-2DF0-41AC-B880-FF53C78D4043}"/>
              </a:ext>
            </a:extLst>
          </p:cNvPr>
          <p:cNvSpPr>
            <a:spLocks xmlns:a="http://schemas.openxmlformats.org/drawingml/2006/main" noGrp="1"/>
          </p:cNvSpPr>
          <p:nvPr/>
        </p:nvSpPr>
        <p:spPr>
          <a:xfrm xmlns:a="http://schemas.openxmlformats.org/drawingml/2006/main">
            <a:off x="99669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S</a:t>
            </a:r>
            <a:endParaRPr sz="1600"/>
          </a:p>
        </p:txBody>
      </p:sp>
      <p:sp>
        <p:nvSpPr>
          <p:cNvPr id="10" name="Text 8">
            <a:extLst xmlns:a="http://schemas.openxmlformats.org/drawingml/2006/main">
              <a:ext uri="{FF2B5EF4-FFF2-40B4-BE49-F238E27FC236}">
                <a16:creationId xmlns:a16="http://schemas.microsoft.com/office/drawing/2014/main" id="{188F8BAF-0F44-478D-91BF-0AAD9199B9E4}"/>
              </a:ext>
            </a:extLst>
          </p:cNvPr>
          <p:cNvSpPr>
            <a:spLocks xmlns:a="http://schemas.openxmlformats.org/drawingml/2006/main" noGrp="1"/>
          </p:cNvSpPr>
          <p:nvPr/>
        </p:nvSpPr>
        <p:spPr>
          <a:xfrm xmlns:a="http://schemas.openxmlformats.org/drawingml/2006/main">
            <a:off x="170992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Specs</a:t>
            </a:r>
            <a:endParaRPr sz="2000"/>
          </a:p>
        </p:txBody>
      </p:sp>
      <p:sp>
        <p:nvSpPr>
          <p:cNvPr id="11" name="Text 9">
            <a:extLst xmlns:a="http://schemas.openxmlformats.org/drawingml/2006/main">
              <a:ext uri="{FF2B5EF4-FFF2-40B4-BE49-F238E27FC236}">
                <a16:creationId xmlns:a16="http://schemas.microsoft.com/office/drawing/2014/main" id="{67D03F63-21D2-4FC5-8E60-5D01D3BB0FD8}"/>
              </a:ext>
            </a:extLst>
          </p:cNvPr>
          <p:cNvSpPr>
            <a:spLocks xmlns:a="http://schemas.openxmlformats.org/drawingml/2006/main" noGrp="1"/>
          </p:cNvSpPr>
          <p:nvPr/>
        </p:nvSpPr>
        <p:spPr>
          <a:xfrm xmlns:a="http://schemas.openxmlformats.org/drawingml/2006/main">
            <a:off x="170992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Requirements, design, tasks</a:t>
            </a:r>
            <a:endParaRPr sz="1200"/>
          </a:p>
        </p:txBody>
      </p:sp>
      <p:sp>
        <p:nvSpPr>
          <p:cNvPr id="12" name="Shape 10">
            <a:extLst xmlns:a="http://schemas.openxmlformats.org/drawingml/2006/main">
              <a:ext uri="{FF2B5EF4-FFF2-40B4-BE49-F238E27FC236}">
                <a16:creationId xmlns:a16="http://schemas.microsoft.com/office/drawing/2014/main" id="{0773B2F2-42F2-4490-876F-1F085ACDDABE}"/>
              </a:ext>
            </a:extLst>
          </p:cNvPr>
          <p:cNvSpPr>
            <a:spLocks xmlns:a="http://schemas.openxmlformats.org/drawingml/2006/main" noGrp="1"/>
          </p:cNvSpPr>
          <p:nvPr/>
        </p:nvSpPr>
        <p:spPr>
          <a:xfrm xmlns:a="http://schemas.openxmlformats.org/drawingml/2006/main">
            <a:off x="632764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3" name="Shape 11">
            <a:extLst xmlns:a="http://schemas.openxmlformats.org/drawingml/2006/main">
              <a:ext uri="{FF2B5EF4-FFF2-40B4-BE49-F238E27FC236}">
                <a16:creationId xmlns:a16="http://schemas.microsoft.com/office/drawing/2014/main" id="{76312355-5B36-493F-8E80-21C8BC5F3559}"/>
              </a:ext>
            </a:extLst>
          </p:cNvPr>
          <p:cNvSpPr>
            <a:spLocks xmlns:a="http://schemas.openxmlformats.org/drawingml/2006/main" noGrp="1"/>
          </p:cNvSpPr>
          <p:nvPr/>
        </p:nvSpPr>
        <p:spPr>
          <a:xfrm xmlns:a="http://schemas.openxmlformats.org/drawingml/2006/main">
            <a:off x="6574536" y="1947672"/>
            <a:ext cx="475488" cy="475488"/>
          </a:xfrm>
          <a:prstGeom xmlns:a="http://schemas.openxmlformats.org/drawingml/2006/main" prst="roundRect">
            <a:avLst>
              <a:gd name="adj" fmla="val 23077"/>
            </a:avLst>
          </a:prstGeom>
          <a:solidFill xmlns:a="http://schemas.openxmlformats.org/drawingml/2006/main">
            <a:srgbClr val="8A5CFF">
              <a:alpha val="88000"/>
            </a:srgbClr>
          </a:solidFill>
          <a:ln xmlns:a="http://schemas.openxmlformats.org/drawingml/2006/main" w="15240">
            <a:solidFill>
              <a:srgbClr val="8A5CFF"/>
            </a:solidFill>
            <a:prstDash val="solid"/>
          </a:ln>
        </p:spPr>
      </p:sp>
      <p:sp>
        <p:nvSpPr>
          <p:cNvPr id="14" name="Text 12">
            <a:extLst xmlns:a="http://schemas.openxmlformats.org/drawingml/2006/main">
              <a:ext uri="{FF2B5EF4-FFF2-40B4-BE49-F238E27FC236}">
                <a16:creationId xmlns:a16="http://schemas.microsoft.com/office/drawing/2014/main" id="{06F9967D-9370-49E5-BD6C-B6D2379C68D5}"/>
              </a:ext>
            </a:extLst>
          </p:cNvPr>
          <p:cNvSpPr>
            <a:spLocks xmlns:a="http://schemas.openxmlformats.org/drawingml/2006/main" noGrp="1"/>
          </p:cNvSpPr>
          <p:nvPr/>
        </p:nvSpPr>
        <p:spPr>
          <a:xfrm xmlns:a="http://schemas.openxmlformats.org/drawingml/2006/main">
            <a:off x="657453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R</a:t>
            </a:r>
            <a:endParaRPr sz="1600"/>
          </a:p>
        </p:txBody>
      </p:sp>
      <p:sp>
        <p:nvSpPr>
          <p:cNvPr id="15" name="Text 13">
            <a:extLst xmlns:a="http://schemas.openxmlformats.org/drawingml/2006/main">
              <a:ext uri="{FF2B5EF4-FFF2-40B4-BE49-F238E27FC236}">
                <a16:creationId xmlns:a16="http://schemas.microsoft.com/office/drawing/2014/main" id="{38D6ED4B-C666-474B-A411-A92435EFC5ED}"/>
              </a:ext>
            </a:extLst>
          </p:cNvPr>
          <p:cNvSpPr>
            <a:spLocks xmlns:a="http://schemas.openxmlformats.org/drawingml/2006/main" noGrp="1"/>
          </p:cNvSpPr>
          <p:nvPr/>
        </p:nvSpPr>
        <p:spPr>
          <a:xfrm xmlns:a="http://schemas.openxmlformats.org/drawingml/2006/main">
            <a:off x="728776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Steering</a:t>
            </a:r>
            <a:endParaRPr sz="2000"/>
          </a:p>
        </p:txBody>
      </p:sp>
      <p:sp>
        <p:nvSpPr>
          <p:cNvPr id="16" name="Text 14">
            <a:extLst xmlns:a="http://schemas.openxmlformats.org/drawingml/2006/main">
              <a:ext uri="{FF2B5EF4-FFF2-40B4-BE49-F238E27FC236}">
                <a16:creationId xmlns:a16="http://schemas.microsoft.com/office/drawing/2014/main" id="{22D8A4DD-F121-4BCB-AA3C-3050BA944D58}"/>
              </a:ext>
            </a:extLst>
          </p:cNvPr>
          <p:cNvSpPr>
            <a:spLocks xmlns:a="http://schemas.openxmlformats.org/drawingml/2006/main" noGrp="1"/>
          </p:cNvSpPr>
          <p:nvPr/>
        </p:nvSpPr>
        <p:spPr>
          <a:xfrm xmlns:a="http://schemas.openxmlformats.org/drawingml/2006/main">
            <a:off x="728776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Persistent project rules</a:t>
            </a:r>
            <a:endParaRPr sz="1200"/>
          </a:p>
        </p:txBody>
      </p:sp>
      <p:sp>
        <p:nvSpPr>
          <p:cNvPr id="17" name="Shape 15">
            <a:extLst xmlns:a="http://schemas.openxmlformats.org/drawingml/2006/main">
              <a:ext uri="{FF2B5EF4-FFF2-40B4-BE49-F238E27FC236}">
                <a16:creationId xmlns:a16="http://schemas.microsoft.com/office/drawing/2014/main" id="{64C51CCB-5247-48B3-A0CB-53604A77517D}"/>
              </a:ext>
            </a:extLst>
          </p:cNvPr>
          <p:cNvSpPr>
            <a:spLocks xmlns:a="http://schemas.openxmlformats.org/drawingml/2006/main" noGrp="1"/>
          </p:cNvSpPr>
          <p:nvPr/>
        </p:nvSpPr>
        <p:spPr>
          <a:xfrm xmlns:a="http://schemas.openxmlformats.org/drawingml/2006/main">
            <a:off x="74980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8" name="Shape 16">
            <a:extLst xmlns:a="http://schemas.openxmlformats.org/drawingml/2006/main">
              <a:ext uri="{FF2B5EF4-FFF2-40B4-BE49-F238E27FC236}">
                <a16:creationId xmlns:a16="http://schemas.microsoft.com/office/drawing/2014/main" id="{E5856D6E-B15A-4801-855B-492D45B1832B}"/>
              </a:ext>
            </a:extLst>
          </p:cNvPr>
          <p:cNvSpPr>
            <a:spLocks xmlns:a="http://schemas.openxmlformats.org/drawingml/2006/main" noGrp="1"/>
          </p:cNvSpPr>
          <p:nvPr/>
        </p:nvSpPr>
        <p:spPr>
          <a:xfrm xmlns:a="http://schemas.openxmlformats.org/drawingml/2006/main">
            <a:off x="996696" y="3995928"/>
            <a:ext cx="475488" cy="475488"/>
          </a:xfrm>
          <a:prstGeom xmlns:a="http://schemas.openxmlformats.org/drawingml/2006/main" prst="roundRect">
            <a:avLst>
              <a:gd name="adj" fmla="val 23077"/>
            </a:avLst>
          </a:prstGeom>
          <a:solidFill xmlns:a="http://schemas.openxmlformats.org/drawingml/2006/main">
            <a:srgbClr val="FF6B6B">
              <a:alpha val="88000"/>
            </a:srgbClr>
          </a:solidFill>
          <a:ln xmlns:a="http://schemas.openxmlformats.org/drawingml/2006/main" w="15240">
            <a:solidFill>
              <a:srgbClr val="FF6B6B"/>
            </a:solidFill>
            <a:prstDash val="solid"/>
          </a:ln>
        </p:spPr>
      </p:sp>
      <p:sp>
        <p:nvSpPr>
          <p:cNvPr id="19" name="Text 17">
            <a:extLst xmlns:a="http://schemas.openxmlformats.org/drawingml/2006/main">
              <a:ext uri="{FF2B5EF4-FFF2-40B4-BE49-F238E27FC236}">
                <a16:creationId xmlns:a16="http://schemas.microsoft.com/office/drawing/2014/main" id="{8F05CC80-DE22-4F59-B955-EE5CF4DA279C}"/>
              </a:ext>
            </a:extLst>
          </p:cNvPr>
          <p:cNvSpPr>
            <a:spLocks xmlns:a="http://schemas.openxmlformats.org/drawingml/2006/main" noGrp="1"/>
          </p:cNvSpPr>
          <p:nvPr/>
        </p:nvSpPr>
        <p:spPr>
          <a:xfrm xmlns:a="http://schemas.openxmlformats.org/drawingml/2006/main">
            <a:off x="99669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P</a:t>
            </a:r>
            <a:endParaRPr sz="1600"/>
          </a:p>
        </p:txBody>
      </p:sp>
      <p:sp>
        <p:nvSpPr>
          <p:cNvPr id="20" name="Text 18">
            <a:extLst xmlns:a="http://schemas.openxmlformats.org/drawingml/2006/main">
              <a:ext uri="{FF2B5EF4-FFF2-40B4-BE49-F238E27FC236}">
                <a16:creationId xmlns:a16="http://schemas.microsoft.com/office/drawing/2014/main" id="{154A76DF-6788-41EB-9B98-48256973DC99}"/>
              </a:ext>
            </a:extLst>
          </p:cNvPr>
          <p:cNvSpPr>
            <a:spLocks xmlns:a="http://schemas.openxmlformats.org/drawingml/2006/main" noGrp="1"/>
          </p:cNvSpPr>
          <p:nvPr/>
        </p:nvSpPr>
        <p:spPr>
          <a:xfrm xmlns:a="http://schemas.openxmlformats.org/drawingml/2006/main">
            <a:off x="170992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Powers</a:t>
            </a:r>
            <a:endParaRPr sz="2000"/>
          </a:p>
        </p:txBody>
      </p:sp>
      <p:sp>
        <p:nvSpPr>
          <p:cNvPr id="21" name="Text 19">
            <a:extLst xmlns:a="http://schemas.openxmlformats.org/drawingml/2006/main">
              <a:ext uri="{FF2B5EF4-FFF2-40B4-BE49-F238E27FC236}">
                <a16:creationId xmlns:a16="http://schemas.microsoft.com/office/drawing/2014/main" id="{C3A8793A-6225-4F08-9A2A-5B6901C8D37F}"/>
              </a:ext>
            </a:extLst>
          </p:cNvPr>
          <p:cNvSpPr>
            <a:spLocks xmlns:a="http://schemas.openxmlformats.org/drawingml/2006/main" noGrp="1"/>
          </p:cNvSpPr>
          <p:nvPr/>
        </p:nvSpPr>
        <p:spPr>
          <a:xfrm xmlns:a="http://schemas.openxmlformats.org/drawingml/2006/main">
            <a:off x="170992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Memory and context</a:t>
            </a:r>
            <a:endParaRPr sz="1200"/>
          </a:p>
        </p:txBody>
      </p:sp>
      <p:sp>
        <p:nvSpPr>
          <p:cNvPr id="22" name="Shape 20">
            <a:extLst xmlns:a="http://schemas.openxmlformats.org/drawingml/2006/main">
              <a:ext uri="{FF2B5EF4-FFF2-40B4-BE49-F238E27FC236}">
                <a16:creationId xmlns:a16="http://schemas.microsoft.com/office/drawing/2014/main" id="{09C6106D-C5E9-4F90-BBB4-093F010F4C29}"/>
              </a:ext>
            </a:extLst>
          </p:cNvPr>
          <p:cNvSpPr>
            <a:spLocks xmlns:a="http://schemas.openxmlformats.org/drawingml/2006/main" noGrp="1"/>
          </p:cNvSpPr>
          <p:nvPr/>
        </p:nvSpPr>
        <p:spPr>
          <a:xfrm xmlns:a="http://schemas.openxmlformats.org/drawingml/2006/main">
            <a:off x="632764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3" name="Shape 21">
            <a:extLst xmlns:a="http://schemas.openxmlformats.org/drawingml/2006/main">
              <a:ext uri="{FF2B5EF4-FFF2-40B4-BE49-F238E27FC236}">
                <a16:creationId xmlns:a16="http://schemas.microsoft.com/office/drawing/2014/main" id="{552D0587-19D3-4F33-BEB1-9F64749C28FB}"/>
              </a:ext>
            </a:extLst>
          </p:cNvPr>
          <p:cNvSpPr>
            <a:spLocks xmlns:a="http://schemas.openxmlformats.org/drawingml/2006/main" noGrp="1"/>
          </p:cNvSpPr>
          <p:nvPr/>
        </p:nvSpPr>
        <p:spPr>
          <a:xfrm xmlns:a="http://schemas.openxmlformats.org/drawingml/2006/main">
            <a:off x="6574536" y="3995928"/>
            <a:ext cx="475488" cy="475488"/>
          </a:xfrm>
          <a:prstGeom xmlns:a="http://schemas.openxmlformats.org/drawingml/2006/main" prst="roundRect">
            <a:avLst>
              <a:gd name="adj" fmla="val 23077"/>
            </a:avLst>
          </a:prstGeom>
          <a:solidFill xmlns:a="http://schemas.openxmlformats.org/drawingml/2006/main">
            <a:srgbClr val="55E6A5">
              <a:alpha val="88000"/>
            </a:srgbClr>
          </a:solidFill>
          <a:ln xmlns:a="http://schemas.openxmlformats.org/drawingml/2006/main" w="15240">
            <a:solidFill>
              <a:srgbClr val="55E6A5"/>
            </a:solidFill>
            <a:prstDash val="solid"/>
          </a:ln>
        </p:spPr>
      </p:sp>
      <p:sp>
        <p:nvSpPr>
          <p:cNvPr id="24" name="Text 22">
            <a:extLst xmlns:a="http://schemas.openxmlformats.org/drawingml/2006/main">
              <a:ext uri="{FF2B5EF4-FFF2-40B4-BE49-F238E27FC236}">
                <a16:creationId xmlns:a16="http://schemas.microsoft.com/office/drawing/2014/main" id="{A66019A7-D7B9-46AE-A7A3-26267D74F119}"/>
              </a:ext>
            </a:extLst>
          </p:cNvPr>
          <p:cNvSpPr>
            <a:spLocks xmlns:a="http://schemas.openxmlformats.org/drawingml/2006/main" noGrp="1"/>
          </p:cNvSpPr>
          <p:nvPr/>
        </p:nvSpPr>
        <p:spPr>
          <a:xfrm xmlns:a="http://schemas.openxmlformats.org/drawingml/2006/main">
            <a:off x="657453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H</a:t>
            </a:r>
            <a:endParaRPr sz="1600"/>
          </a:p>
        </p:txBody>
      </p:sp>
      <p:sp>
        <p:nvSpPr>
          <p:cNvPr id="25" name="Text 23">
            <a:extLst xmlns:a="http://schemas.openxmlformats.org/drawingml/2006/main">
              <a:ext uri="{FF2B5EF4-FFF2-40B4-BE49-F238E27FC236}">
                <a16:creationId xmlns:a16="http://schemas.microsoft.com/office/drawing/2014/main" id="{4D43115B-25A6-4A3B-85C1-8D9B8FACAC8A}"/>
              </a:ext>
            </a:extLst>
          </p:cNvPr>
          <p:cNvSpPr>
            <a:spLocks xmlns:a="http://schemas.openxmlformats.org/drawingml/2006/main" noGrp="1"/>
          </p:cNvSpPr>
          <p:nvPr/>
        </p:nvSpPr>
        <p:spPr>
          <a:xfrm xmlns:a="http://schemas.openxmlformats.org/drawingml/2006/main">
            <a:off x="728776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Hooks</a:t>
            </a:r>
            <a:endParaRPr sz="2000"/>
          </a:p>
        </p:txBody>
      </p:sp>
      <p:sp>
        <p:nvSpPr>
          <p:cNvPr id="26" name="Text 24">
            <a:extLst xmlns:a="http://schemas.openxmlformats.org/drawingml/2006/main">
              <a:ext uri="{FF2B5EF4-FFF2-40B4-BE49-F238E27FC236}">
                <a16:creationId xmlns:a16="http://schemas.microsoft.com/office/drawing/2014/main" id="{36205C7C-59E9-4B37-84A4-553F7C87EC96}"/>
              </a:ext>
            </a:extLst>
          </p:cNvPr>
          <p:cNvSpPr>
            <a:spLocks xmlns:a="http://schemas.openxmlformats.org/drawingml/2006/main" noGrp="1"/>
          </p:cNvSpPr>
          <p:nvPr/>
        </p:nvSpPr>
        <p:spPr>
          <a:xfrm xmlns:a="http://schemas.openxmlformats.org/drawingml/2006/main">
            <a:off x="728776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Workflow automation</a:t>
            </a:r>
            <a:endParaRPr sz="1200"/>
          </a:p>
        </p:txBody>
      </p:sp>
      <p:sp>
        <p:nvSpPr>
          <p:cNvPr id="27" name="Shape 25">
            <a:extLst xmlns:a="http://schemas.openxmlformats.org/drawingml/2006/main">
              <a:ext uri="{FF2B5EF4-FFF2-40B4-BE49-F238E27FC236}">
                <a16:creationId xmlns:a16="http://schemas.microsoft.com/office/drawing/2014/main" id="{7ABBDA49-0178-44E0-9BD8-A41D80296E5A}"/>
              </a:ext>
            </a:extLst>
          </p:cNvPr>
          <p:cNvSpPr>
            <a:spLocks xmlns:a="http://schemas.openxmlformats.org/drawingml/2006/main" noGrp="1"/>
          </p:cNvSpPr>
          <p:nvPr/>
        </p:nvSpPr>
        <p:spPr>
          <a:xfrm xmlns:a="http://schemas.openxmlformats.org/drawingml/2006/main">
            <a:off x="2907792" y="5596128"/>
            <a:ext cx="6382512" cy="530352"/>
          </a:xfrm>
          <a:prstGeom xmlns:a="http://schemas.openxmlformats.org/drawingml/2006/main" prst="roundRect">
            <a:avLst>
              <a:gd name="adj" fmla="val 27586"/>
            </a:avLst>
          </a:prstGeom>
          <a:solidFill xmlns:a="http://schemas.openxmlformats.org/drawingml/2006/main">
            <a:srgbClr val="10243A"/>
          </a:solidFill>
          <a:ln xmlns:a="http://schemas.openxmlformats.org/drawingml/2006/main" w="12700">
            <a:solidFill>
              <a:srgbClr val="31D7FF"/>
            </a:solidFill>
            <a:prstDash val="solid"/>
          </a:ln>
        </p:spPr>
      </p:sp>
      <p:sp>
        <p:nvSpPr>
          <p:cNvPr id="28" name="Text 26">
            <a:extLst xmlns:a="http://schemas.openxmlformats.org/drawingml/2006/main">
              <a:ext uri="{FF2B5EF4-FFF2-40B4-BE49-F238E27FC236}">
                <a16:creationId xmlns:a16="http://schemas.microsoft.com/office/drawing/2014/main" id="{CCFD5DCD-AA9C-46E7-9A41-B838CD180D76}"/>
              </a:ext>
            </a:extLst>
          </p:cNvPr>
          <p:cNvSpPr>
            <a:spLocks xmlns:a="http://schemas.openxmlformats.org/drawingml/2006/main" noGrp="1"/>
          </p:cNvSpPr>
          <p:nvPr/>
        </p:nvSpPr>
        <p:spPr>
          <a:xfrm xmlns:a="http://schemas.openxmlformats.org/drawingml/2006/main">
            <a:off x="3108960" y="5742432"/>
            <a:ext cx="5989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Project artifacts support the learning story</a:t>
            </a:r>
            <a:endParaRPr sz="1200"/>
          </a:p>
        </p:txBody>
      </p:sp>
    </p:spTree>
    <p:extLst>
      <p:ext uri="{BB962C8B-B14F-4D97-AF65-F5344CB8AC3E}">
        <p14:creationId xmlns:p14="http://schemas.microsoft.com/office/powerpoint/2010/main" val="1618765187"/>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FB2B30-336C-4788-BA5A-C9A7AEE707A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443E16A-5680-4BC6-8F86-343F1777BB8C}"/>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4253E850-F0C5-4FE1-8644-7F032B893417}"/>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C38835C-EC10-418A-953F-E7A22FE3251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07 · STEERING</a:t>
            </a:r>
            <a:endParaRPr sz="900"/>
          </a:p>
        </p:txBody>
      </p:sp>
      <p:sp>
        <p:nvSpPr>
          <p:cNvPr id="6" name="Text 4">
            <a:extLst xmlns:a="http://schemas.openxmlformats.org/drawingml/2006/main">
              <a:ext uri="{FF2B5EF4-FFF2-40B4-BE49-F238E27FC236}">
                <a16:creationId xmlns:a16="http://schemas.microsoft.com/office/drawing/2014/main" id="{4B697F56-DE3F-4D1B-ADE0-AB5BB047CF7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Consistent project rules across sessions</a:t>
            </a:r>
            <a:endParaRPr sz="2700"/>
          </a:p>
        </p:txBody>
      </p:sp>
      <p:sp>
        <p:nvSpPr>
          <p:cNvPr id="7" name="Shape 5">
            <a:extLst xmlns:a="http://schemas.openxmlformats.org/drawingml/2006/main">
              <a:ext uri="{FF2B5EF4-FFF2-40B4-BE49-F238E27FC236}">
                <a16:creationId xmlns:a16="http://schemas.microsoft.com/office/drawing/2014/main" id="{52245EEF-C868-4C77-BAAA-47B1712A3568}"/>
              </a:ext>
            </a:extLst>
          </p:cNvPr>
          <p:cNvSpPr>
            <a:spLocks xmlns:a="http://schemas.openxmlformats.org/drawingml/2006/main" noGrp="1"/>
          </p:cNvSpPr>
          <p:nvPr/>
        </p:nvSpPr>
        <p:spPr>
          <a:xfrm xmlns:a="http://schemas.openxmlformats.org/drawingml/2006/main">
            <a:off x="713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EBF4184A-8F1F-49E8-8EB7-B1E368E74771}"/>
              </a:ext>
            </a:extLst>
          </p:cNvPr>
          <p:cNvSpPr>
            <a:spLocks xmlns:a="http://schemas.openxmlformats.org/drawingml/2006/main" noGrp="1"/>
          </p:cNvSpPr>
          <p:nvPr/>
        </p:nvSpPr>
        <p:spPr>
          <a:xfrm xmlns:a="http://schemas.openxmlformats.org/drawingml/2006/main">
            <a:off x="950976" y="192024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38A56143-62C0-441E-8B98-BB45F65A2CF5}"/>
              </a:ext>
            </a:extLst>
          </p:cNvPr>
          <p:cNvSpPr>
            <a:spLocks xmlns:a="http://schemas.openxmlformats.org/drawingml/2006/main" noGrp="1"/>
          </p:cNvSpPr>
          <p:nvPr/>
        </p:nvSpPr>
        <p:spPr>
          <a:xfrm xmlns:a="http://schemas.openxmlformats.org/drawingml/2006/main">
            <a:off x="1280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architecture.md</a:t>
            </a:r>
            <a:endParaRPr sz="1300"/>
          </a:p>
        </p:txBody>
      </p:sp>
      <p:sp>
        <p:nvSpPr>
          <p:cNvPr id="10" name="Text 8">
            <a:extLst xmlns:a="http://schemas.openxmlformats.org/drawingml/2006/main">
              <a:ext uri="{FF2B5EF4-FFF2-40B4-BE49-F238E27FC236}">
                <a16:creationId xmlns:a16="http://schemas.microsoft.com/office/drawing/2014/main" id="{EBCD95EB-ACED-43C9-8705-C0453885657B}"/>
              </a:ext>
            </a:extLst>
          </p:cNvPr>
          <p:cNvSpPr>
            <a:spLocks xmlns:a="http://schemas.openxmlformats.org/drawingml/2006/main" noGrp="1"/>
          </p:cNvSpPr>
          <p:nvPr/>
        </p:nvSpPr>
        <p:spPr>
          <a:xfrm xmlns:a="http://schemas.openxmlformats.org/drawingml/2006/main">
            <a:off x="1280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Lightweight hexagonal architecture</a:t>
            </a:r>
            <a:endParaRPr sz="1000"/>
          </a:p>
        </p:txBody>
      </p:sp>
      <p:sp>
        <p:nvSpPr>
          <p:cNvPr id="11" name="Shape 9">
            <a:extLst xmlns:a="http://schemas.openxmlformats.org/drawingml/2006/main">
              <a:ext uri="{FF2B5EF4-FFF2-40B4-BE49-F238E27FC236}">
                <a16:creationId xmlns:a16="http://schemas.microsoft.com/office/drawing/2014/main" id="{E7C4F489-02AF-421C-B094-52140FC413F9}"/>
              </a:ext>
            </a:extLst>
          </p:cNvPr>
          <p:cNvSpPr>
            <a:spLocks xmlns:a="http://schemas.openxmlformats.org/drawingml/2006/main" noGrp="1"/>
          </p:cNvSpPr>
          <p:nvPr/>
        </p:nvSpPr>
        <p:spPr>
          <a:xfrm xmlns:a="http://schemas.openxmlformats.org/drawingml/2006/main">
            <a:off x="6428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2" name="Shape 10">
            <a:extLst xmlns:a="http://schemas.openxmlformats.org/drawingml/2006/main">
              <a:ext uri="{FF2B5EF4-FFF2-40B4-BE49-F238E27FC236}">
                <a16:creationId xmlns:a16="http://schemas.microsoft.com/office/drawing/2014/main" id="{E04B6A9D-3999-4C78-9A47-CD6236733C5B}"/>
              </a:ext>
            </a:extLst>
          </p:cNvPr>
          <p:cNvSpPr>
            <a:spLocks xmlns:a="http://schemas.openxmlformats.org/drawingml/2006/main" noGrp="1"/>
          </p:cNvSpPr>
          <p:nvPr/>
        </p:nvSpPr>
        <p:spPr>
          <a:xfrm xmlns:a="http://schemas.openxmlformats.org/drawingml/2006/main">
            <a:off x="6665976" y="192024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2DA923BA-E230-43FB-81B1-774AC15AC681}"/>
              </a:ext>
            </a:extLst>
          </p:cNvPr>
          <p:cNvSpPr>
            <a:spLocks xmlns:a="http://schemas.openxmlformats.org/drawingml/2006/main" noGrp="1"/>
          </p:cNvSpPr>
          <p:nvPr/>
        </p:nvSpPr>
        <p:spPr>
          <a:xfrm xmlns:a="http://schemas.openxmlformats.org/drawingml/2006/main">
            <a:off x="6995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testing.md</a:t>
            </a:r>
            <a:endParaRPr sz="1300"/>
          </a:p>
        </p:txBody>
      </p:sp>
      <p:sp>
        <p:nvSpPr>
          <p:cNvPr id="14" name="Text 12">
            <a:extLst xmlns:a="http://schemas.openxmlformats.org/drawingml/2006/main">
              <a:ext uri="{FF2B5EF4-FFF2-40B4-BE49-F238E27FC236}">
                <a16:creationId xmlns:a16="http://schemas.microsoft.com/office/drawing/2014/main" id="{8CA9DCEB-79B3-47FA-9FBA-FB4F5CD44DBE}"/>
              </a:ext>
            </a:extLst>
          </p:cNvPr>
          <p:cNvSpPr>
            <a:spLocks xmlns:a="http://schemas.openxmlformats.org/drawingml/2006/main" noGrp="1"/>
          </p:cNvSpPr>
          <p:nvPr/>
        </p:nvSpPr>
        <p:spPr>
          <a:xfrm xmlns:a="http://schemas.openxmlformats.org/drawingml/2006/main">
            <a:off x="6995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TDD for critical behavior</a:t>
            </a:r>
            <a:endParaRPr sz="1000"/>
          </a:p>
        </p:txBody>
      </p:sp>
      <p:sp>
        <p:nvSpPr>
          <p:cNvPr id="15" name="Shape 13">
            <a:extLst xmlns:a="http://schemas.openxmlformats.org/drawingml/2006/main">
              <a:ext uri="{FF2B5EF4-FFF2-40B4-BE49-F238E27FC236}">
                <a16:creationId xmlns:a16="http://schemas.microsoft.com/office/drawing/2014/main" id="{F1E2AEC7-B124-486D-AC50-BF9936CACCE2}"/>
              </a:ext>
            </a:extLst>
          </p:cNvPr>
          <p:cNvSpPr>
            <a:spLocks xmlns:a="http://schemas.openxmlformats.org/drawingml/2006/main" noGrp="1"/>
          </p:cNvSpPr>
          <p:nvPr/>
        </p:nvSpPr>
        <p:spPr>
          <a:xfrm xmlns:a="http://schemas.openxmlformats.org/drawingml/2006/main">
            <a:off x="713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6" name="Shape 14">
            <a:extLst xmlns:a="http://schemas.openxmlformats.org/drawingml/2006/main">
              <a:ext uri="{FF2B5EF4-FFF2-40B4-BE49-F238E27FC236}">
                <a16:creationId xmlns:a16="http://schemas.microsoft.com/office/drawing/2014/main" id="{FA8954D5-7E81-4B3A-A48C-44C2B35DE31D}"/>
              </a:ext>
            </a:extLst>
          </p:cNvPr>
          <p:cNvSpPr>
            <a:spLocks xmlns:a="http://schemas.openxmlformats.org/drawingml/2006/main" noGrp="1"/>
          </p:cNvSpPr>
          <p:nvPr/>
        </p:nvSpPr>
        <p:spPr>
          <a:xfrm xmlns:a="http://schemas.openxmlformats.org/drawingml/2006/main">
            <a:off x="950976" y="324612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5FB892A-F022-4669-9695-7B4A9F95FFE0}"/>
              </a:ext>
            </a:extLst>
          </p:cNvPr>
          <p:cNvSpPr>
            <a:spLocks xmlns:a="http://schemas.openxmlformats.org/drawingml/2006/main" noGrp="1"/>
          </p:cNvSpPr>
          <p:nvPr/>
        </p:nvSpPr>
        <p:spPr>
          <a:xfrm xmlns:a="http://schemas.openxmlformats.org/drawingml/2006/main">
            <a:off x="1280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security.md</a:t>
            </a:r>
            <a:endParaRPr sz="1300"/>
          </a:p>
        </p:txBody>
      </p:sp>
      <p:sp>
        <p:nvSpPr>
          <p:cNvPr id="18" name="Text 16">
            <a:extLst xmlns:a="http://schemas.openxmlformats.org/drawingml/2006/main">
              <a:ext uri="{FF2B5EF4-FFF2-40B4-BE49-F238E27FC236}">
                <a16:creationId xmlns:a16="http://schemas.microsoft.com/office/drawing/2014/main" id="{27F48254-CF77-48D5-B520-0805B8B9B2F4}"/>
              </a:ext>
            </a:extLst>
          </p:cNvPr>
          <p:cNvSpPr>
            <a:spLocks xmlns:a="http://schemas.openxmlformats.org/drawingml/2006/main" noGrp="1"/>
          </p:cNvSpPr>
          <p:nvPr/>
        </p:nvSpPr>
        <p:spPr>
          <a:xfrm xmlns:a="http://schemas.openxmlformats.org/drawingml/2006/main">
            <a:off x="1280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SQL allowlist, bcrypt, read-only</a:t>
            </a:r>
            <a:endParaRPr sz="1000"/>
          </a:p>
        </p:txBody>
      </p:sp>
      <p:sp>
        <p:nvSpPr>
          <p:cNvPr id="19" name="Shape 17">
            <a:extLst xmlns:a="http://schemas.openxmlformats.org/drawingml/2006/main">
              <a:ext uri="{FF2B5EF4-FFF2-40B4-BE49-F238E27FC236}">
                <a16:creationId xmlns:a16="http://schemas.microsoft.com/office/drawing/2014/main" id="{9E3871CB-9869-4866-AE71-C484EC8CD15D}"/>
              </a:ext>
            </a:extLst>
          </p:cNvPr>
          <p:cNvSpPr>
            <a:spLocks xmlns:a="http://schemas.openxmlformats.org/drawingml/2006/main" noGrp="1"/>
          </p:cNvSpPr>
          <p:nvPr/>
        </p:nvSpPr>
        <p:spPr>
          <a:xfrm xmlns:a="http://schemas.openxmlformats.org/drawingml/2006/main">
            <a:off x="6428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01693968-7738-4FE1-B778-AD23965C6144}"/>
              </a:ext>
            </a:extLst>
          </p:cNvPr>
          <p:cNvSpPr>
            <a:spLocks xmlns:a="http://schemas.openxmlformats.org/drawingml/2006/main" noGrp="1"/>
          </p:cNvSpPr>
          <p:nvPr/>
        </p:nvSpPr>
        <p:spPr>
          <a:xfrm xmlns:a="http://schemas.openxmlformats.org/drawingml/2006/main">
            <a:off x="6665976" y="324612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F367D6D-BE0A-4EA3-809F-D13B1D2722EA}"/>
              </a:ext>
            </a:extLst>
          </p:cNvPr>
          <p:cNvSpPr>
            <a:spLocks xmlns:a="http://schemas.openxmlformats.org/drawingml/2006/main" noGrp="1"/>
          </p:cNvSpPr>
          <p:nvPr/>
        </p:nvSpPr>
        <p:spPr>
          <a:xfrm xmlns:a="http://schemas.openxmlformats.org/drawingml/2006/main">
            <a:off x="6995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quality.md</a:t>
            </a:r>
            <a:endParaRPr sz="1300"/>
          </a:p>
        </p:txBody>
      </p:sp>
      <p:sp>
        <p:nvSpPr>
          <p:cNvPr id="22" name="Text 20">
            <a:extLst xmlns:a="http://schemas.openxmlformats.org/drawingml/2006/main">
              <a:ext uri="{FF2B5EF4-FFF2-40B4-BE49-F238E27FC236}">
                <a16:creationId xmlns:a16="http://schemas.microsoft.com/office/drawing/2014/main" id="{1887DDBF-F155-4874-BB1E-29FC52E76546}"/>
              </a:ext>
            </a:extLst>
          </p:cNvPr>
          <p:cNvSpPr>
            <a:spLocks xmlns:a="http://schemas.openxmlformats.org/drawingml/2006/main" noGrp="1"/>
          </p:cNvSpPr>
          <p:nvPr/>
        </p:nvSpPr>
        <p:spPr>
          <a:xfrm xmlns:a="http://schemas.openxmlformats.org/drawingml/2006/main">
            <a:off x="6995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Lint and error handling</a:t>
            </a:r>
            <a:endParaRPr sz="1000"/>
          </a:p>
        </p:txBody>
      </p:sp>
      <p:sp>
        <p:nvSpPr>
          <p:cNvPr id="23" name="Shape 21">
            <a:extLst xmlns:a="http://schemas.openxmlformats.org/drawingml/2006/main">
              <a:ext uri="{FF2B5EF4-FFF2-40B4-BE49-F238E27FC236}">
                <a16:creationId xmlns:a16="http://schemas.microsoft.com/office/drawing/2014/main" id="{123C7AB1-8CCB-46C3-8884-EF1C41766DC6}"/>
              </a:ext>
            </a:extLst>
          </p:cNvPr>
          <p:cNvSpPr>
            <a:spLocks xmlns:a="http://schemas.openxmlformats.org/drawingml/2006/main" noGrp="1"/>
          </p:cNvSpPr>
          <p:nvPr/>
        </p:nvSpPr>
        <p:spPr>
          <a:xfrm xmlns:a="http://schemas.openxmlformats.org/drawingml/2006/main">
            <a:off x="713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78B40D21-F80C-4092-8FAB-BFA093BAD6BA}"/>
              </a:ext>
            </a:extLst>
          </p:cNvPr>
          <p:cNvSpPr>
            <a:spLocks xmlns:a="http://schemas.openxmlformats.org/drawingml/2006/main" noGrp="1"/>
          </p:cNvSpPr>
          <p:nvPr/>
        </p:nvSpPr>
        <p:spPr>
          <a:xfrm xmlns:a="http://schemas.openxmlformats.org/drawingml/2006/main">
            <a:off x="950976" y="457200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2104BE33-6837-4925-80C8-62A68A8BE104}"/>
              </a:ext>
            </a:extLst>
          </p:cNvPr>
          <p:cNvSpPr>
            <a:spLocks xmlns:a="http://schemas.openxmlformats.org/drawingml/2006/main" noGrp="1"/>
          </p:cNvSpPr>
          <p:nvPr/>
        </p:nvSpPr>
        <p:spPr>
          <a:xfrm xmlns:a="http://schemas.openxmlformats.org/drawingml/2006/main">
            <a:off x="1280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project-conventions.md</a:t>
            </a:r>
            <a:endParaRPr sz="1300"/>
          </a:p>
        </p:txBody>
      </p:sp>
      <p:sp>
        <p:nvSpPr>
          <p:cNvPr id="26" name="Text 24">
            <a:extLst xmlns:a="http://schemas.openxmlformats.org/drawingml/2006/main">
              <a:ext uri="{FF2B5EF4-FFF2-40B4-BE49-F238E27FC236}">
                <a16:creationId xmlns:a16="http://schemas.microsoft.com/office/drawing/2014/main" id="{1F9E3780-0D75-4135-B917-5779888E1DC0}"/>
              </a:ext>
            </a:extLst>
          </p:cNvPr>
          <p:cNvSpPr>
            <a:spLocks xmlns:a="http://schemas.openxmlformats.org/drawingml/2006/main" noGrp="1"/>
          </p:cNvSpPr>
          <p:nvPr/>
        </p:nvSpPr>
        <p:spPr>
          <a:xfrm xmlns:a="http://schemas.openxmlformats.org/drawingml/2006/main">
            <a:off x="1280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Stack, dependencies and commits</a:t>
            </a:r>
            <a:endParaRPr sz="1000"/>
          </a:p>
        </p:txBody>
      </p:sp>
      <p:sp>
        <p:nvSpPr>
          <p:cNvPr id="27" name="Shape 25">
            <a:extLst xmlns:a="http://schemas.openxmlformats.org/drawingml/2006/main">
              <a:ext uri="{FF2B5EF4-FFF2-40B4-BE49-F238E27FC236}">
                <a16:creationId xmlns:a16="http://schemas.microsoft.com/office/drawing/2014/main" id="{40B89C08-99B1-417E-AC30-706FAA7DD85B}"/>
              </a:ext>
            </a:extLst>
          </p:cNvPr>
          <p:cNvSpPr>
            <a:spLocks xmlns:a="http://schemas.openxmlformats.org/drawingml/2006/main" noGrp="1"/>
          </p:cNvSpPr>
          <p:nvPr/>
        </p:nvSpPr>
        <p:spPr>
          <a:xfrm xmlns:a="http://schemas.openxmlformats.org/drawingml/2006/main">
            <a:off x="6428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8" name="Shape 26">
            <a:extLst xmlns:a="http://schemas.openxmlformats.org/drawingml/2006/main">
              <a:ext uri="{FF2B5EF4-FFF2-40B4-BE49-F238E27FC236}">
                <a16:creationId xmlns:a16="http://schemas.microsoft.com/office/drawing/2014/main" id="{86C2C631-6868-4DC9-94C8-EF7FBF68C300}"/>
              </a:ext>
            </a:extLst>
          </p:cNvPr>
          <p:cNvSpPr>
            <a:spLocks xmlns:a="http://schemas.openxmlformats.org/drawingml/2006/main" noGrp="1"/>
          </p:cNvSpPr>
          <p:nvPr/>
        </p:nvSpPr>
        <p:spPr>
          <a:xfrm xmlns:a="http://schemas.openxmlformats.org/drawingml/2006/main">
            <a:off x="6665976" y="457200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00FE6018-E2D1-4B53-A4F4-C5E844A6F203}"/>
              </a:ext>
            </a:extLst>
          </p:cNvPr>
          <p:cNvSpPr>
            <a:spLocks xmlns:a="http://schemas.openxmlformats.org/drawingml/2006/main" noGrp="1"/>
          </p:cNvSpPr>
          <p:nvPr/>
        </p:nvSpPr>
        <p:spPr>
          <a:xfrm xmlns:a="http://schemas.openxmlformats.org/drawingml/2006/main">
            <a:off x="6995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design-patterns.md</a:t>
            </a:r>
            <a:endParaRPr sz="1300"/>
          </a:p>
        </p:txBody>
      </p:sp>
      <p:sp>
        <p:nvSpPr>
          <p:cNvPr id="30" name="Text 28">
            <a:extLst xmlns:a="http://schemas.openxmlformats.org/drawingml/2006/main">
              <a:ext uri="{FF2B5EF4-FFF2-40B4-BE49-F238E27FC236}">
                <a16:creationId xmlns:a16="http://schemas.microsoft.com/office/drawing/2014/main" id="{B6E35FCE-C7DF-4B21-B568-557A2A040622}"/>
              </a:ext>
            </a:extLst>
          </p:cNvPr>
          <p:cNvSpPr>
            <a:spLocks xmlns:a="http://schemas.openxmlformats.org/drawingml/2006/main" noGrp="1"/>
          </p:cNvSpPr>
          <p:nvPr/>
        </p:nvSpPr>
        <p:spPr>
          <a:xfrm xmlns:a="http://schemas.openxmlformats.org/drawingml/2006/main">
            <a:off x="6995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Practical patterns, limited abstraction</a:t>
            </a:r>
            <a:endParaRPr sz="1000"/>
          </a:p>
        </p:txBody>
      </p:sp>
      <p:sp>
        <p:nvSpPr>
          <p:cNvPr id="31" name="Text 29">
            <a:extLst xmlns:a="http://schemas.openxmlformats.org/drawingml/2006/main">
              <a:ext uri="{FF2B5EF4-FFF2-40B4-BE49-F238E27FC236}">
                <a16:creationId xmlns:a16="http://schemas.microsoft.com/office/drawing/2014/main" id="{E012FBC3-9197-4319-A9F1-6A9E861CDDB2}"/>
              </a:ext>
            </a:extLst>
          </p:cNvPr>
          <p:cNvSpPr>
            <a:spLocks xmlns:a="http://schemas.openxmlformats.org/drawingml/2006/main" noGrp="1"/>
          </p:cNvSpPr>
          <p:nvPr/>
        </p:nvSpPr>
        <p:spPr>
          <a:xfrm xmlns:a="http://schemas.openxmlformats.org/drawingml/2006/main">
            <a:off x="2057400" y="587044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300" b="1">
                <a:solidFill>
                  <a:srgbClr val="31D7FF"/>
                </a:solidFill>
                <a:latin typeface="Aptos"/>
                <a:ea typeface="Aptos"/>
                <a:cs typeface="Aptos"/>
              </a:rPr>
              <a:t>Steering records the rules that guide each development session.</a:t>
            </a:r>
            <a:endParaRPr sz="1300"/>
          </a:p>
        </p:txBody>
      </p:sp>
    </p:spTree>
    <p:extLst>
      <p:ext uri="{BB962C8B-B14F-4D97-AF65-F5344CB8AC3E}">
        <p14:creationId xmlns:p14="http://schemas.microsoft.com/office/powerpoint/2010/main" val="1951194752"/>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A991578-729B-4614-B076-027757136BF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C31A1C50-27F0-441F-921E-F3DFA2046AE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855A756C-55CA-4773-9FB3-26F39BF99D1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8EB86F6-EA13-4B7E-86A4-8C4D3FC8209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08 · POWER</a:t>
            </a:r>
            <a:endParaRPr sz="900"/>
          </a:p>
        </p:txBody>
      </p:sp>
      <p:sp>
        <p:nvSpPr>
          <p:cNvPr id="6" name="Text 4">
            <a:extLst xmlns:a="http://schemas.openxmlformats.org/drawingml/2006/main">
              <a:ext uri="{FF2B5EF4-FFF2-40B4-BE49-F238E27FC236}">
                <a16:creationId xmlns:a16="http://schemas.microsoft.com/office/drawing/2014/main" id="{9D0B5B5A-9FEB-49BC-B448-12D12F282C9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Long-Term Memory across sessions</a:t>
            </a:r>
            <a:endParaRPr sz="2700"/>
          </a:p>
        </p:txBody>
      </p:sp>
      <p:sp>
        <p:nvSpPr>
          <p:cNvPr id="7" name="Shape 5">
            <a:extLst xmlns:a="http://schemas.openxmlformats.org/drawingml/2006/main">
              <a:ext uri="{FF2B5EF4-FFF2-40B4-BE49-F238E27FC236}">
                <a16:creationId xmlns:a16="http://schemas.microsoft.com/office/drawing/2014/main" id="{A25F3F48-43BC-4799-8DFC-22442EB16C35}"/>
              </a:ext>
            </a:extLst>
          </p:cNvPr>
          <p:cNvSpPr>
            <a:spLocks xmlns:a="http://schemas.openxmlformats.org/drawingml/2006/main" noGrp="1"/>
          </p:cNvSpPr>
          <p:nvPr/>
        </p:nvSpPr>
        <p:spPr>
          <a:xfrm xmlns:a="http://schemas.openxmlformats.org/drawingml/2006/main">
            <a:off x="914400"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5C6208AB-527C-49FC-91C5-E1C53C93D912}"/>
              </a:ext>
            </a:extLst>
          </p:cNvPr>
          <p:cNvSpPr>
            <a:spLocks xmlns:a="http://schemas.openxmlformats.org/drawingml/2006/main" noGrp="1"/>
          </p:cNvSpPr>
          <p:nvPr/>
        </p:nvSpPr>
        <p:spPr>
          <a:xfrm xmlns:a="http://schemas.openxmlformats.org/drawingml/2006/main">
            <a:off x="1115568" y="2075688"/>
            <a:ext cx="98755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61DBB81-517B-4DC4-9D99-69F6CC6463D5}"/>
              </a:ext>
            </a:extLst>
          </p:cNvPr>
          <p:cNvSpPr>
            <a:spLocks xmlns:a="http://schemas.openxmlformats.org/drawingml/2006/main" noGrp="1"/>
          </p:cNvSpPr>
          <p:nvPr/>
        </p:nvSpPr>
        <p:spPr>
          <a:xfrm xmlns:a="http://schemas.openxmlformats.org/drawingml/2006/main">
            <a:off x="1188720"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TIER 1</a:t>
            </a:r>
            <a:endParaRPr sz="820"/>
          </a:p>
        </p:txBody>
      </p:sp>
      <p:sp>
        <p:nvSpPr>
          <p:cNvPr id="10" name="Text 8">
            <a:extLst xmlns:a="http://schemas.openxmlformats.org/drawingml/2006/main">
              <a:ext uri="{FF2B5EF4-FFF2-40B4-BE49-F238E27FC236}">
                <a16:creationId xmlns:a16="http://schemas.microsoft.com/office/drawing/2014/main" id="{E376F188-F659-4E9F-AAE1-CAEF32491354}"/>
              </a:ext>
            </a:extLst>
          </p:cNvPr>
          <p:cNvSpPr>
            <a:spLocks xmlns:a="http://schemas.openxmlformats.org/drawingml/2006/main" noGrp="1"/>
          </p:cNvSpPr>
          <p:nvPr/>
        </p:nvSpPr>
        <p:spPr>
          <a:xfrm xmlns:a="http://schemas.openxmlformats.org/drawingml/2006/main">
            <a:off x="1115568"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Recent files</a:t>
            </a:r>
            <a:endParaRPr sz="1900"/>
          </a:p>
        </p:txBody>
      </p:sp>
      <p:sp>
        <p:nvSpPr>
          <p:cNvPr id="11" name="Text 9">
            <a:extLst xmlns:a="http://schemas.openxmlformats.org/drawingml/2006/main">
              <a:ext uri="{FF2B5EF4-FFF2-40B4-BE49-F238E27FC236}">
                <a16:creationId xmlns:a16="http://schemas.microsoft.com/office/drawing/2014/main" id="{9B72B7F9-2931-41F0-BE72-E75F9F0A2ED4}"/>
              </a:ext>
            </a:extLst>
          </p:cNvPr>
          <p:cNvSpPr>
            <a:spLocks xmlns:a="http://schemas.openxmlformats.org/drawingml/2006/main" noGrp="1"/>
          </p:cNvSpPr>
          <p:nvPr/>
        </p:nvSpPr>
        <p:spPr>
          <a:xfrm xmlns:a="http://schemas.openxmlformats.org/drawingml/2006/main">
            <a:off x="1115568"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Quick recall</a:t>
            </a:r>
            <a:endParaRPr sz="1100"/>
          </a:p>
        </p:txBody>
      </p:sp>
      <p:sp>
        <p:nvSpPr>
          <p:cNvPr id="12" name="Shape 10">
            <a:extLst xmlns:a="http://schemas.openxmlformats.org/drawingml/2006/main">
              <a:ext uri="{FF2B5EF4-FFF2-40B4-BE49-F238E27FC236}">
                <a16:creationId xmlns:a16="http://schemas.microsoft.com/office/drawing/2014/main" id="{082BE8A2-0FDF-4BB9-9E4F-75D0FB370111}"/>
              </a:ext>
            </a:extLst>
          </p:cNvPr>
          <p:cNvSpPr>
            <a:spLocks xmlns:a="http://schemas.openxmlformats.org/drawingml/2006/main" noGrp="1"/>
          </p:cNvSpPr>
          <p:nvPr/>
        </p:nvSpPr>
        <p:spPr>
          <a:xfrm xmlns:a="http://schemas.openxmlformats.org/drawingml/2006/main">
            <a:off x="4224528"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476D5F48-2A81-4BBF-9DFE-39B99497979F}"/>
              </a:ext>
            </a:extLst>
          </p:cNvPr>
          <p:cNvSpPr>
            <a:spLocks xmlns:a="http://schemas.openxmlformats.org/drawingml/2006/main" noGrp="1"/>
          </p:cNvSpPr>
          <p:nvPr/>
        </p:nvSpPr>
        <p:spPr>
          <a:xfrm xmlns:a="http://schemas.openxmlformats.org/drawingml/2006/main">
            <a:off x="4681728"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17CA3182-80DE-484E-B5AD-769129D9A624}"/>
              </a:ext>
            </a:extLst>
          </p:cNvPr>
          <p:cNvSpPr>
            <a:spLocks xmlns:a="http://schemas.openxmlformats.org/drawingml/2006/main" noGrp="1"/>
          </p:cNvSpPr>
          <p:nvPr/>
        </p:nvSpPr>
        <p:spPr>
          <a:xfrm xmlns:a="http://schemas.openxmlformats.org/drawingml/2006/main">
            <a:off x="4882896" y="2075688"/>
            <a:ext cx="9875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CC3C77C8-B476-4235-8FB8-AA9AD218E1D3}"/>
              </a:ext>
            </a:extLst>
          </p:cNvPr>
          <p:cNvSpPr>
            <a:spLocks xmlns:a="http://schemas.openxmlformats.org/drawingml/2006/main" noGrp="1"/>
          </p:cNvSpPr>
          <p:nvPr/>
        </p:nvSpPr>
        <p:spPr>
          <a:xfrm xmlns:a="http://schemas.openxmlformats.org/drawingml/2006/main">
            <a:off x="4956048"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TIER 2</a:t>
            </a:r>
            <a:endParaRPr sz="820"/>
          </a:p>
        </p:txBody>
      </p:sp>
      <p:sp>
        <p:nvSpPr>
          <p:cNvPr id="16" name="Text 14">
            <a:extLst xmlns:a="http://schemas.openxmlformats.org/drawingml/2006/main">
              <a:ext uri="{FF2B5EF4-FFF2-40B4-BE49-F238E27FC236}">
                <a16:creationId xmlns:a16="http://schemas.microsoft.com/office/drawing/2014/main" id="{82D27112-FD13-423D-8036-D87B03F6410C}"/>
              </a:ext>
            </a:extLst>
          </p:cNvPr>
          <p:cNvSpPr>
            <a:spLocks xmlns:a="http://schemas.openxmlformats.org/drawingml/2006/main" noGrp="1"/>
          </p:cNvSpPr>
          <p:nvPr/>
        </p:nvSpPr>
        <p:spPr>
          <a:xfrm xmlns:a="http://schemas.openxmlformats.org/drawingml/2006/main">
            <a:off x="4882896"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Decisions</a:t>
            </a:r>
            <a:endParaRPr sz="1900"/>
          </a:p>
        </p:txBody>
      </p:sp>
      <p:sp>
        <p:nvSpPr>
          <p:cNvPr id="17" name="Text 15">
            <a:extLst xmlns:a="http://schemas.openxmlformats.org/drawingml/2006/main">
              <a:ext uri="{FF2B5EF4-FFF2-40B4-BE49-F238E27FC236}">
                <a16:creationId xmlns:a16="http://schemas.microsoft.com/office/drawing/2014/main" id="{6C97F740-1586-43F7-A657-D234C360E883}"/>
              </a:ext>
            </a:extLst>
          </p:cNvPr>
          <p:cNvSpPr>
            <a:spLocks xmlns:a="http://schemas.openxmlformats.org/drawingml/2006/main" noGrp="1"/>
          </p:cNvSpPr>
          <p:nvPr/>
        </p:nvSpPr>
        <p:spPr>
          <a:xfrm xmlns:a="http://schemas.openxmlformats.org/drawingml/2006/main">
            <a:off x="4882896"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Focused search</a:t>
            </a:r>
            <a:endParaRPr sz="1100"/>
          </a:p>
        </p:txBody>
      </p:sp>
      <p:sp>
        <p:nvSpPr>
          <p:cNvPr id="18" name="Shape 16">
            <a:extLst xmlns:a="http://schemas.openxmlformats.org/drawingml/2006/main">
              <a:ext uri="{FF2B5EF4-FFF2-40B4-BE49-F238E27FC236}">
                <a16:creationId xmlns:a16="http://schemas.microsoft.com/office/drawing/2014/main" id="{9D596AAD-7742-4CFA-9C65-108B8E808462}"/>
              </a:ext>
            </a:extLst>
          </p:cNvPr>
          <p:cNvSpPr>
            <a:spLocks xmlns:a="http://schemas.openxmlformats.org/drawingml/2006/main" noGrp="1"/>
          </p:cNvSpPr>
          <p:nvPr/>
        </p:nvSpPr>
        <p:spPr>
          <a:xfrm xmlns:a="http://schemas.openxmlformats.org/drawingml/2006/main">
            <a:off x="7991856"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9740D4C4-0640-4FEE-AEDF-199E8598D076}"/>
              </a:ext>
            </a:extLst>
          </p:cNvPr>
          <p:cNvSpPr>
            <a:spLocks xmlns:a="http://schemas.openxmlformats.org/drawingml/2006/main" noGrp="1"/>
          </p:cNvSpPr>
          <p:nvPr/>
        </p:nvSpPr>
        <p:spPr>
          <a:xfrm xmlns:a="http://schemas.openxmlformats.org/drawingml/2006/main">
            <a:off x="8449056"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86931B06-167E-4D0D-B3BA-0C42590D1059}"/>
              </a:ext>
            </a:extLst>
          </p:cNvPr>
          <p:cNvSpPr>
            <a:spLocks xmlns:a="http://schemas.openxmlformats.org/drawingml/2006/main" noGrp="1"/>
          </p:cNvSpPr>
          <p:nvPr/>
        </p:nvSpPr>
        <p:spPr>
          <a:xfrm xmlns:a="http://schemas.openxmlformats.org/drawingml/2006/main">
            <a:off x="8650224" y="2075688"/>
            <a:ext cx="987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17515F42-797D-46E6-A76D-DFBB7D58D30C}"/>
              </a:ext>
            </a:extLst>
          </p:cNvPr>
          <p:cNvSpPr>
            <a:spLocks xmlns:a="http://schemas.openxmlformats.org/drawingml/2006/main" noGrp="1"/>
          </p:cNvSpPr>
          <p:nvPr/>
        </p:nvSpPr>
        <p:spPr>
          <a:xfrm xmlns:a="http://schemas.openxmlformats.org/drawingml/2006/main">
            <a:off x="8723376"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TIER 3</a:t>
            </a:r>
            <a:endParaRPr sz="820"/>
          </a:p>
        </p:txBody>
      </p:sp>
      <p:sp>
        <p:nvSpPr>
          <p:cNvPr id="22" name="Text 20">
            <a:extLst xmlns:a="http://schemas.openxmlformats.org/drawingml/2006/main">
              <a:ext uri="{FF2B5EF4-FFF2-40B4-BE49-F238E27FC236}">
                <a16:creationId xmlns:a16="http://schemas.microsoft.com/office/drawing/2014/main" id="{008ED340-97C8-4388-BA14-8BD9E6092106}"/>
              </a:ext>
            </a:extLst>
          </p:cNvPr>
          <p:cNvSpPr>
            <a:spLocks xmlns:a="http://schemas.openxmlformats.org/drawingml/2006/main" noGrp="1"/>
          </p:cNvSpPr>
          <p:nvPr/>
        </p:nvSpPr>
        <p:spPr>
          <a:xfrm xmlns:a="http://schemas.openxmlformats.org/drawingml/2006/main">
            <a:off x="8650224"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Full detail</a:t>
            </a:r>
            <a:endParaRPr sz="1900"/>
          </a:p>
        </p:txBody>
      </p:sp>
      <p:sp>
        <p:nvSpPr>
          <p:cNvPr id="23" name="Text 21">
            <a:extLst xmlns:a="http://schemas.openxmlformats.org/drawingml/2006/main">
              <a:ext uri="{FF2B5EF4-FFF2-40B4-BE49-F238E27FC236}">
                <a16:creationId xmlns:a16="http://schemas.microsoft.com/office/drawing/2014/main" id="{56E426AE-38BA-47BC-82BD-2B182F21CEF1}"/>
              </a:ext>
            </a:extLst>
          </p:cNvPr>
          <p:cNvSpPr>
            <a:spLocks xmlns:a="http://schemas.openxmlformats.org/drawingml/2006/main" noGrp="1"/>
          </p:cNvSpPr>
          <p:nvPr/>
        </p:nvSpPr>
        <p:spPr>
          <a:xfrm xmlns:a="http://schemas.openxmlformats.org/drawingml/2006/main">
            <a:off x="8650224"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Deeper context</a:t>
            </a:r>
            <a:endParaRPr sz="1100"/>
          </a:p>
        </p:txBody>
      </p:sp>
      <p:sp>
        <p:nvSpPr>
          <p:cNvPr id="24" name="Shape 22">
            <a:extLst xmlns:a="http://schemas.openxmlformats.org/drawingml/2006/main">
              <a:ext uri="{FF2B5EF4-FFF2-40B4-BE49-F238E27FC236}">
                <a16:creationId xmlns:a16="http://schemas.microsoft.com/office/drawing/2014/main" id="{57C5A344-51D3-4EEB-99D7-106986FD563A}"/>
              </a:ext>
            </a:extLst>
          </p:cNvPr>
          <p:cNvSpPr>
            <a:spLocks xmlns:a="http://schemas.openxmlformats.org/drawingml/2006/main" noGrp="1"/>
          </p:cNvSpPr>
          <p:nvPr/>
        </p:nvSpPr>
        <p:spPr>
          <a:xfrm xmlns:a="http://schemas.openxmlformats.org/drawingml/2006/main">
            <a:off x="2075688" y="4846320"/>
            <a:ext cx="8046720" cy="822960"/>
          </a:xfrm>
          <a:prstGeom xmlns:a="http://schemas.openxmlformats.org/drawingml/2006/main" prst="roundRect">
            <a:avLst>
              <a:gd name="adj" fmla="val 17778"/>
            </a:avLst>
          </a:prstGeom>
          <a:solidFill xmlns:a="http://schemas.openxmlformats.org/drawingml/2006/main">
            <a:srgbClr val="10263B"/>
          </a:solidFill>
          <a:ln xmlns:a="http://schemas.openxmlformats.org/drawingml/2006/main" w="12700">
            <a:solidFill>
              <a:srgbClr val="8A5CFF"/>
            </a:solidFill>
            <a:prstDash val="solid"/>
          </a:ln>
        </p:spPr>
      </p:sp>
      <p:sp>
        <p:nvSpPr>
          <p:cNvPr id="25" name="Text 23">
            <a:extLst xmlns:a="http://schemas.openxmlformats.org/drawingml/2006/main">
              <a:ext uri="{FF2B5EF4-FFF2-40B4-BE49-F238E27FC236}">
                <a16:creationId xmlns:a16="http://schemas.microsoft.com/office/drawing/2014/main" id="{CCB47156-8303-4F26-8797-EAEC96C944EE}"/>
              </a:ext>
            </a:extLst>
          </p:cNvPr>
          <p:cNvSpPr>
            <a:spLocks xmlns:a="http://schemas.openxmlformats.org/drawingml/2006/main" noGrp="1"/>
          </p:cNvSpPr>
          <p:nvPr/>
        </p:nvSpPr>
        <p:spPr>
          <a:xfrm xmlns:a="http://schemas.openxmlformats.org/drawingml/2006/main">
            <a:off x="2377440" y="5065776"/>
            <a:ext cx="74523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ptos"/>
                <a:ea typeface="Aptos"/>
                <a:cs typeface="Aptos"/>
              </a:rPr>
              <a:t>“Pick up where we left off.”</a:t>
            </a:r>
            <a:endParaRPr sz="1800"/>
          </a:p>
        </p:txBody>
      </p:sp>
      <p:sp>
        <p:nvSpPr>
          <p:cNvPr id="26" name="Text 24">
            <a:extLst xmlns:a="http://schemas.openxmlformats.org/drawingml/2006/main">
              <a:ext uri="{FF2B5EF4-FFF2-40B4-BE49-F238E27FC236}">
                <a16:creationId xmlns:a16="http://schemas.microsoft.com/office/drawing/2014/main" id="{26EC7BE2-7D8E-4FA3-83CD-3E3F9B07CC2F}"/>
              </a:ext>
            </a:extLst>
          </p:cNvPr>
          <p:cNvSpPr>
            <a:spLocks xmlns:a="http://schemas.openxmlformats.org/drawingml/2006/main" noGrp="1"/>
          </p:cNvSpPr>
          <p:nvPr/>
        </p:nvSpPr>
        <p:spPr>
          <a:xfrm xmlns:a="http://schemas.openxmlformats.org/drawingml/2006/main">
            <a:off x="3291840" y="5870448"/>
            <a:ext cx="5669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Local memory for decisions and unfinished work</a:t>
            </a:r>
            <a:endParaRPr sz="1000"/>
          </a:p>
        </p:txBody>
      </p:sp>
    </p:spTree>
    <p:extLst>
      <p:ext uri="{BB962C8B-B14F-4D97-AF65-F5344CB8AC3E}">
        <p14:creationId xmlns:p14="http://schemas.microsoft.com/office/powerpoint/2010/main" val="662704231"/>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F22DE1-785E-4BFD-8029-85A5ABC1CF6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E333859-B648-4858-AD00-08FCD7774D4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809FD562-3737-43D5-9C1F-542E652BB6B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672DFC2-39AE-412F-A58F-37368240CCB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09 · DELIVERY</a:t>
            </a:r>
            <a:endParaRPr sz="900"/>
          </a:p>
        </p:txBody>
      </p:sp>
      <p:sp>
        <p:nvSpPr>
          <p:cNvPr id="6" name="Text 4">
            <a:extLst xmlns:a="http://schemas.openxmlformats.org/drawingml/2006/main">
              <a:ext uri="{FF2B5EF4-FFF2-40B4-BE49-F238E27FC236}">
                <a16:creationId xmlns:a16="http://schemas.microsoft.com/office/drawing/2014/main" id="{5E2A00DC-3FDD-4DC0-8114-5C683383D7CC}"/>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Specs and delivery tracking</a:t>
            </a:r>
            <a:endParaRPr sz="2700"/>
          </a:p>
        </p:txBody>
      </p:sp>
      <p:sp>
        <p:nvSpPr>
          <p:cNvPr id="7" name="Shape 5">
            <a:extLst xmlns:a="http://schemas.openxmlformats.org/drawingml/2006/main">
              <a:ext uri="{FF2B5EF4-FFF2-40B4-BE49-F238E27FC236}">
                <a16:creationId xmlns:a16="http://schemas.microsoft.com/office/drawing/2014/main" id="{D6217620-FC16-40C6-83A5-94F8F4530D6E}"/>
              </a:ext>
            </a:extLst>
          </p:cNvPr>
          <p:cNvSpPr>
            <a:spLocks xmlns:a="http://schemas.openxmlformats.org/drawingml/2006/main" noGrp="1"/>
          </p:cNvSpPr>
          <p:nvPr/>
        </p:nvSpPr>
        <p:spPr>
          <a:xfrm xmlns:a="http://schemas.openxmlformats.org/drawingml/2006/main">
            <a:off x="658368"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635AEB1A-32ED-4B58-A62A-827435F6250A}"/>
              </a:ext>
            </a:extLst>
          </p:cNvPr>
          <p:cNvSpPr>
            <a:spLocks xmlns:a="http://schemas.openxmlformats.org/drawingml/2006/main" noGrp="1"/>
          </p:cNvSpPr>
          <p:nvPr/>
        </p:nvSpPr>
        <p:spPr>
          <a:xfrm xmlns:a="http://schemas.openxmlformats.org/drawingml/2006/main">
            <a:off x="841248" y="2295144"/>
            <a:ext cx="493776"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D22306D-055A-4946-9344-C672B33C587F}"/>
              </a:ext>
            </a:extLst>
          </p:cNvPr>
          <p:cNvSpPr>
            <a:spLocks xmlns:a="http://schemas.openxmlformats.org/drawingml/2006/main" noGrp="1"/>
          </p:cNvSpPr>
          <p:nvPr/>
        </p:nvSpPr>
        <p:spPr>
          <a:xfrm xmlns:a="http://schemas.openxmlformats.org/drawingml/2006/main">
            <a:off x="914400"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01</a:t>
            </a:r>
            <a:endParaRPr sz="820"/>
          </a:p>
        </p:txBody>
      </p:sp>
      <p:sp>
        <p:nvSpPr>
          <p:cNvPr id="10" name="Text 8">
            <a:extLst xmlns:a="http://schemas.openxmlformats.org/drawingml/2006/main">
              <a:ext uri="{FF2B5EF4-FFF2-40B4-BE49-F238E27FC236}">
                <a16:creationId xmlns:a16="http://schemas.microsoft.com/office/drawing/2014/main" id="{1DA071FA-B7B7-4B2F-906B-BA7F500FF400}"/>
              </a:ext>
            </a:extLst>
          </p:cNvPr>
          <p:cNvSpPr>
            <a:spLocks xmlns:a="http://schemas.openxmlformats.org/drawingml/2006/main" noGrp="1"/>
          </p:cNvSpPr>
          <p:nvPr/>
        </p:nvSpPr>
        <p:spPr>
          <a:xfrm xmlns:a="http://schemas.openxmlformats.org/drawingml/2006/main">
            <a:off x="841248"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SPEC</a:t>
            </a:r>
            <a:endParaRPr sz="1500"/>
          </a:p>
        </p:txBody>
      </p:sp>
      <p:sp>
        <p:nvSpPr>
          <p:cNvPr id="11" name="Text 9">
            <a:extLst xmlns:a="http://schemas.openxmlformats.org/drawingml/2006/main">
              <a:ext uri="{FF2B5EF4-FFF2-40B4-BE49-F238E27FC236}">
                <a16:creationId xmlns:a16="http://schemas.microsoft.com/office/drawing/2014/main" id="{BF8DA79C-321B-45D4-8641-8C0A99AEFF4A}"/>
              </a:ext>
            </a:extLst>
          </p:cNvPr>
          <p:cNvSpPr>
            <a:spLocks xmlns:a="http://schemas.openxmlformats.org/drawingml/2006/main" noGrp="1"/>
          </p:cNvSpPr>
          <p:nvPr/>
        </p:nvSpPr>
        <p:spPr>
          <a:xfrm xmlns:a="http://schemas.openxmlformats.org/drawingml/2006/main">
            <a:off x="841248"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tasks.md</a:t>
            </a:r>
            <a:endParaRPr sz="1000"/>
          </a:p>
        </p:txBody>
      </p:sp>
      <p:sp>
        <p:nvSpPr>
          <p:cNvPr id="12" name="Shape 10">
            <a:extLst xmlns:a="http://schemas.openxmlformats.org/drawingml/2006/main">
              <a:ext uri="{FF2B5EF4-FFF2-40B4-BE49-F238E27FC236}">
                <a16:creationId xmlns:a16="http://schemas.microsoft.com/office/drawing/2014/main" id="{7C67DCC8-1600-4A3C-BE3D-D4FAAE21B818}"/>
              </a:ext>
            </a:extLst>
          </p:cNvPr>
          <p:cNvSpPr>
            <a:spLocks xmlns:a="http://schemas.openxmlformats.org/drawingml/2006/main" noGrp="1"/>
          </p:cNvSpPr>
          <p:nvPr/>
        </p:nvSpPr>
        <p:spPr>
          <a:xfrm xmlns:a="http://schemas.openxmlformats.org/drawingml/2006/main">
            <a:off x="3108960"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2747BC25-D0D0-43B1-B516-219AE16702FD}"/>
              </a:ext>
            </a:extLst>
          </p:cNvPr>
          <p:cNvSpPr>
            <a:spLocks xmlns:a="http://schemas.openxmlformats.org/drawingml/2006/main" noGrp="1"/>
          </p:cNvSpPr>
          <p:nvPr/>
        </p:nvSpPr>
        <p:spPr>
          <a:xfrm xmlns:a="http://schemas.openxmlformats.org/drawingml/2006/main">
            <a:off x="3566160"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942E48A9-29AA-406F-BD3F-32C8336F4D28}"/>
              </a:ext>
            </a:extLst>
          </p:cNvPr>
          <p:cNvSpPr>
            <a:spLocks xmlns:a="http://schemas.openxmlformats.org/drawingml/2006/main" noGrp="1"/>
          </p:cNvSpPr>
          <p:nvPr/>
        </p:nvSpPr>
        <p:spPr>
          <a:xfrm xmlns:a="http://schemas.openxmlformats.org/drawingml/2006/main">
            <a:off x="3749040" y="2295144"/>
            <a:ext cx="493776"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18B5694F-0792-4A11-AB9F-A2FDA9000C02}"/>
              </a:ext>
            </a:extLst>
          </p:cNvPr>
          <p:cNvSpPr>
            <a:spLocks xmlns:a="http://schemas.openxmlformats.org/drawingml/2006/main" noGrp="1"/>
          </p:cNvSpPr>
          <p:nvPr/>
        </p:nvSpPr>
        <p:spPr>
          <a:xfrm xmlns:a="http://schemas.openxmlformats.org/drawingml/2006/main">
            <a:off x="3822192"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5AE88635-315E-4D21-8CC5-3C7C3769ABED}"/>
              </a:ext>
            </a:extLst>
          </p:cNvPr>
          <p:cNvSpPr>
            <a:spLocks xmlns:a="http://schemas.openxmlformats.org/drawingml/2006/main" noGrp="1"/>
          </p:cNvSpPr>
          <p:nvPr/>
        </p:nvSpPr>
        <p:spPr>
          <a:xfrm xmlns:a="http://schemas.openxmlformats.org/drawingml/2006/main">
            <a:off x="3749040"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ISSUES</a:t>
            </a:r>
            <a:endParaRPr sz="1500"/>
          </a:p>
        </p:txBody>
      </p:sp>
      <p:sp>
        <p:nvSpPr>
          <p:cNvPr id="17" name="Text 15">
            <a:extLst xmlns:a="http://schemas.openxmlformats.org/drawingml/2006/main">
              <a:ext uri="{FF2B5EF4-FFF2-40B4-BE49-F238E27FC236}">
                <a16:creationId xmlns:a16="http://schemas.microsoft.com/office/drawing/2014/main" id="{48E7F316-A7C7-43E1-88E8-819FAEEE58B1}"/>
              </a:ext>
            </a:extLst>
          </p:cNvPr>
          <p:cNvSpPr>
            <a:spLocks xmlns:a="http://schemas.openxmlformats.org/drawingml/2006/main" noGrp="1"/>
          </p:cNvSpPr>
          <p:nvPr/>
        </p:nvSpPr>
        <p:spPr>
          <a:xfrm xmlns:a="http://schemas.openxmlformats.org/drawingml/2006/main">
            <a:off x="3749040"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Work items</a:t>
            </a:r>
            <a:endParaRPr sz="1000"/>
          </a:p>
        </p:txBody>
      </p:sp>
      <p:sp>
        <p:nvSpPr>
          <p:cNvPr id="18" name="Shape 16">
            <a:extLst xmlns:a="http://schemas.openxmlformats.org/drawingml/2006/main">
              <a:ext uri="{FF2B5EF4-FFF2-40B4-BE49-F238E27FC236}">
                <a16:creationId xmlns:a16="http://schemas.microsoft.com/office/drawing/2014/main" id="{41A04628-47E7-4165-A741-FFBB531B0C3A}"/>
              </a:ext>
            </a:extLst>
          </p:cNvPr>
          <p:cNvSpPr>
            <a:spLocks xmlns:a="http://schemas.openxmlformats.org/drawingml/2006/main" noGrp="1"/>
          </p:cNvSpPr>
          <p:nvPr/>
        </p:nvSpPr>
        <p:spPr>
          <a:xfrm xmlns:a="http://schemas.openxmlformats.org/drawingml/2006/main">
            <a:off x="6016752"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6C8BD345-518B-48F5-A5FF-3A16254403A3}"/>
              </a:ext>
            </a:extLst>
          </p:cNvPr>
          <p:cNvSpPr>
            <a:spLocks xmlns:a="http://schemas.openxmlformats.org/drawingml/2006/main" noGrp="1"/>
          </p:cNvSpPr>
          <p:nvPr/>
        </p:nvSpPr>
        <p:spPr>
          <a:xfrm xmlns:a="http://schemas.openxmlformats.org/drawingml/2006/main">
            <a:off x="6473952"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1F3034CD-863B-4944-A337-25A9A7785D87}"/>
              </a:ext>
            </a:extLst>
          </p:cNvPr>
          <p:cNvSpPr>
            <a:spLocks xmlns:a="http://schemas.openxmlformats.org/drawingml/2006/main" noGrp="1"/>
          </p:cNvSpPr>
          <p:nvPr/>
        </p:nvSpPr>
        <p:spPr>
          <a:xfrm xmlns:a="http://schemas.openxmlformats.org/drawingml/2006/main">
            <a:off x="6656832" y="2295144"/>
            <a:ext cx="493776"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4F5E2807-B232-4E54-8489-827F5A641219}"/>
              </a:ext>
            </a:extLst>
          </p:cNvPr>
          <p:cNvSpPr>
            <a:spLocks xmlns:a="http://schemas.openxmlformats.org/drawingml/2006/main" noGrp="1"/>
          </p:cNvSpPr>
          <p:nvPr/>
        </p:nvSpPr>
        <p:spPr>
          <a:xfrm xmlns:a="http://schemas.openxmlformats.org/drawingml/2006/main">
            <a:off x="6729984"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03</a:t>
            </a:r>
            <a:endParaRPr sz="820"/>
          </a:p>
        </p:txBody>
      </p:sp>
      <p:sp>
        <p:nvSpPr>
          <p:cNvPr id="22" name="Text 20">
            <a:extLst xmlns:a="http://schemas.openxmlformats.org/drawingml/2006/main">
              <a:ext uri="{FF2B5EF4-FFF2-40B4-BE49-F238E27FC236}">
                <a16:creationId xmlns:a16="http://schemas.microsoft.com/office/drawing/2014/main" id="{0D399AF7-AF09-429E-A211-D893D444483F}"/>
              </a:ext>
            </a:extLst>
          </p:cNvPr>
          <p:cNvSpPr>
            <a:spLocks xmlns:a="http://schemas.openxmlformats.org/drawingml/2006/main" noGrp="1"/>
          </p:cNvSpPr>
          <p:nvPr/>
        </p:nvSpPr>
        <p:spPr>
          <a:xfrm xmlns:a="http://schemas.openxmlformats.org/drawingml/2006/main">
            <a:off x="6656832"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BOARD</a:t>
            </a:r>
            <a:endParaRPr sz="1500"/>
          </a:p>
        </p:txBody>
      </p:sp>
      <p:sp>
        <p:nvSpPr>
          <p:cNvPr id="23" name="Text 21">
            <a:extLst xmlns:a="http://schemas.openxmlformats.org/drawingml/2006/main">
              <a:ext uri="{FF2B5EF4-FFF2-40B4-BE49-F238E27FC236}">
                <a16:creationId xmlns:a16="http://schemas.microsoft.com/office/drawing/2014/main" id="{F444B69F-AC63-4B5F-981A-19FB052E93CF}"/>
              </a:ext>
            </a:extLst>
          </p:cNvPr>
          <p:cNvSpPr>
            <a:spLocks xmlns:a="http://schemas.openxmlformats.org/drawingml/2006/main" noGrp="1"/>
          </p:cNvSpPr>
          <p:nvPr/>
        </p:nvSpPr>
        <p:spPr>
          <a:xfrm xmlns:a="http://schemas.openxmlformats.org/drawingml/2006/main">
            <a:off x="6656832"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Kanban V2</a:t>
            </a:r>
            <a:endParaRPr sz="1000"/>
          </a:p>
        </p:txBody>
      </p:sp>
      <p:sp>
        <p:nvSpPr>
          <p:cNvPr id="24" name="Shape 22">
            <a:extLst xmlns:a="http://schemas.openxmlformats.org/drawingml/2006/main">
              <a:ext uri="{FF2B5EF4-FFF2-40B4-BE49-F238E27FC236}">
                <a16:creationId xmlns:a16="http://schemas.microsoft.com/office/drawing/2014/main" id="{62E83EE2-9A5D-4E66-B067-11242FC75953}"/>
              </a:ext>
            </a:extLst>
          </p:cNvPr>
          <p:cNvSpPr>
            <a:spLocks xmlns:a="http://schemas.openxmlformats.org/drawingml/2006/main" noGrp="1"/>
          </p:cNvSpPr>
          <p:nvPr/>
        </p:nvSpPr>
        <p:spPr>
          <a:xfrm xmlns:a="http://schemas.openxmlformats.org/drawingml/2006/main">
            <a:off x="8924544"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5" name="Shape 23">
            <a:extLst xmlns:a="http://schemas.openxmlformats.org/drawingml/2006/main">
              <a:ext uri="{FF2B5EF4-FFF2-40B4-BE49-F238E27FC236}">
                <a16:creationId xmlns:a16="http://schemas.microsoft.com/office/drawing/2014/main" id="{38184761-14DC-4714-A8A4-4A2966635FA8}"/>
              </a:ext>
            </a:extLst>
          </p:cNvPr>
          <p:cNvSpPr>
            <a:spLocks xmlns:a="http://schemas.openxmlformats.org/drawingml/2006/main" noGrp="1"/>
          </p:cNvSpPr>
          <p:nvPr/>
        </p:nvSpPr>
        <p:spPr>
          <a:xfrm xmlns:a="http://schemas.openxmlformats.org/drawingml/2006/main">
            <a:off x="9381744" y="2084832"/>
            <a:ext cx="2395728" cy="1664208"/>
          </a:xfrm>
          <a:prstGeom xmlns:a="http://schemas.openxmlformats.org/drawingml/2006/main" prst="roundRect">
            <a:avLst>
              <a:gd name="adj" fmla="val 8791"/>
            </a:avLst>
          </a:prstGeom>
          <a:solidFill xmlns:a="http://schemas.openxmlformats.org/drawingml/2006/main">
            <a:srgbClr val="14283C"/>
          </a:solidFill>
          <a:ln xmlns:a="http://schemas.openxmlformats.org/drawingml/2006/main" w="12700">
            <a:solidFill>
              <a:srgbClr val="1B3552"/>
            </a:solidFill>
            <a:prstDash val="solid"/>
          </a:ln>
        </p:spPr>
      </p:sp>
      <p:sp>
        <p:nvSpPr>
          <p:cNvPr id="26" name="Shape 24">
            <a:extLst xmlns:a="http://schemas.openxmlformats.org/drawingml/2006/main">
              <a:ext uri="{FF2B5EF4-FFF2-40B4-BE49-F238E27FC236}">
                <a16:creationId xmlns:a16="http://schemas.microsoft.com/office/drawing/2014/main" id="{D11EF348-1BD3-4150-B22C-42A94C4AB59E}"/>
              </a:ext>
            </a:extLst>
          </p:cNvPr>
          <p:cNvSpPr>
            <a:spLocks xmlns:a="http://schemas.openxmlformats.org/drawingml/2006/main" noGrp="1"/>
          </p:cNvSpPr>
          <p:nvPr/>
        </p:nvSpPr>
        <p:spPr>
          <a:xfrm xmlns:a="http://schemas.openxmlformats.org/drawingml/2006/main">
            <a:off x="9564624" y="2295144"/>
            <a:ext cx="493776"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7" name="Text 25">
            <a:extLst xmlns:a="http://schemas.openxmlformats.org/drawingml/2006/main">
              <a:ext uri="{FF2B5EF4-FFF2-40B4-BE49-F238E27FC236}">
                <a16:creationId xmlns:a16="http://schemas.microsoft.com/office/drawing/2014/main" id="{296E640E-92C3-4580-9406-A6206476EC9E}"/>
              </a:ext>
            </a:extLst>
          </p:cNvPr>
          <p:cNvSpPr>
            <a:spLocks xmlns:a="http://schemas.openxmlformats.org/drawingml/2006/main" noGrp="1"/>
          </p:cNvSpPr>
          <p:nvPr/>
        </p:nvSpPr>
        <p:spPr>
          <a:xfrm xmlns:a="http://schemas.openxmlformats.org/drawingml/2006/main">
            <a:off x="9637776"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8" name="Text 26">
            <a:extLst xmlns:a="http://schemas.openxmlformats.org/drawingml/2006/main">
              <a:ext uri="{FF2B5EF4-FFF2-40B4-BE49-F238E27FC236}">
                <a16:creationId xmlns:a16="http://schemas.microsoft.com/office/drawing/2014/main" id="{13ECD0A7-5699-41BB-BB13-37355692EE59}"/>
              </a:ext>
            </a:extLst>
          </p:cNvPr>
          <p:cNvSpPr>
            <a:spLocks xmlns:a="http://schemas.openxmlformats.org/drawingml/2006/main" noGrp="1"/>
          </p:cNvSpPr>
          <p:nvPr/>
        </p:nvSpPr>
        <p:spPr>
          <a:xfrm xmlns:a="http://schemas.openxmlformats.org/drawingml/2006/main">
            <a:off x="9564624"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INSIGHTS</a:t>
            </a:r>
            <a:endParaRPr sz="1500"/>
          </a:p>
        </p:txBody>
      </p:sp>
      <p:sp>
        <p:nvSpPr>
          <p:cNvPr id="29" name="Text 27">
            <a:extLst xmlns:a="http://schemas.openxmlformats.org/drawingml/2006/main">
              <a:ext uri="{FF2B5EF4-FFF2-40B4-BE49-F238E27FC236}">
                <a16:creationId xmlns:a16="http://schemas.microsoft.com/office/drawing/2014/main" id="{7EB166C3-C96D-4596-A653-29994F148399}"/>
              </a:ext>
            </a:extLst>
          </p:cNvPr>
          <p:cNvSpPr>
            <a:spLocks xmlns:a="http://schemas.openxmlformats.org/drawingml/2006/main" noGrp="1"/>
          </p:cNvSpPr>
          <p:nvPr/>
        </p:nvSpPr>
        <p:spPr>
          <a:xfrm xmlns:a="http://schemas.openxmlformats.org/drawingml/2006/main">
            <a:off x="9564624"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Prompts and lessons</a:t>
            </a:r>
            <a:endParaRPr sz="1000"/>
          </a:p>
        </p:txBody>
      </p:sp>
      <p:sp>
        <p:nvSpPr>
          <p:cNvPr id="30" name="Shape 28">
            <a:extLst xmlns:a="http://schemas.openxmlformats.org/drawingml/2006/main">
              <a:ext uri="{FF2B5EF4-FFF2-40B4-BE49-F238E27FC236}">
                <a16:creationId xmlns:a16="http://schemas.microsoft.com/office/drawing/2014/main" id="{EC2AC543-6CA4-4D7D-BADB-7FCBCFFD48F4}"/>
              </a:ext>
            </a:extLst>
          </p:cNvPr>
          <p:cNvSpPr>
            <a:spLocks xmlns:a="http://schemas.openxmlformats.org/drawingml/2006/main" noGrp="1"/>
          </p:cNvSpPr>
          <p:nvPr/>
        </p:nvSpPr>
        <p:spPr>
          <a:xfrm xmlns:a="http://schemas.openxmlformats.org/drawingml/2006/main">
            <a:off x="877824"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1" name="Text 29">
            <a:extLst xmlns:a="http://schemas.openxmlformats.org/drawingml/2006/main">
              <a:ext uri="{FF2B5EF4-FFF2-40B4-BE49-F238E27FC236}">
                <a16:creationId xmlns:a16="http://schemas.microsoft.com/office/drawing/2014/main" id="{B4DCC07F-1CB4-4744-9DC2-06E1270C9CD2}"/>
              </a:ext>
            </a:extLst>
          </p:cNvPr>
          <p:cNvSpPr>
            <a:spLocks xmlns:a="http://schemas.openxmlformats.org/drawingml/2006/main" noGrp="1"/>
          </p:cNvSpPr>
          <p:nvPr/>
        </p:nvSpPr>
        <p:spPr>
          <a:xfrm xmlns:a="http://schemas.openxmlformats.org/drawingml/2006/main">
            <a:off x="1042416"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TASKS</a:t>
            </a:r>
            <a:endParaRPr sz="2500"/>
          </a:p>
        </p:txBody>
      </p:sp>
      <p:sp>
        <p:nvSpPr>
          <p:cNvPr id="32" name="Text 30">
            <a:extLst xmlns:a="http://schemas.openxmlformats.org/drawingml/2006/main">
              <a:ext uri="{FF2B5EF4-FFF2-40B4-BE49-F238E27FC236}">
                <a16:creationId xmlns:a16="http://schemas.microsoft.com/office/drawing/2014/main" id="{59B68EE8-3E2A-44FD-887D-6D60B08D737B}"/>
              </a:ext>
            </a:extLst>
          </p:cNvPr>
          <p:cNvSpPr>
            <a:spLocks xmlns:a="http://schemas.openxmlformats.org/drawingml/2006/main" noGrp="1"/>
          </p:cNvSpPr>
          <p:nvPr/>
        </p:nvSpPr>
        <p:spPr>
          <a:xfrm xmlns:a="http://schemas.openxmlformats.org/drawingml/2006/main">
            <a:off x="1042416"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Implementation steps</a:t>
            </a:r>
            <a:endParaRPr sz="1050"/>
          </a:p>
        </p:txBody>
      </p:sp>
      <p:sp>
        <p:nvSpPr>
          <p:cNvPr id="33" name="Shape 31">
            <a:extLst xmlns:a="http://schemas.openxmlformats.org/drawingml/2006/main">
              <a:ext uri="{FF2B5EF4-FFF2-40B4-BE49-F238E27FC236}">
                <a16:creationId xmlns:a16="http://schemas.microsoft.com/office/drawing/2014/main" id="{2459DD80-6492-4988-B90E-E60E9E8D76E1}"/>
              </a:ext>
            </a:extLst>
          </p:cNvPr>
          <p:cNvSpPr>
            <a:spLocks xmlns:a="http://schemas.openxmlformats.org/drawingml/2006/main" noGrp="1"/>
          </p:cNvSpPr>
          <p:nvPr/>
        </p:nvSpPr>
        <p:spPr>
          <a:xfrm xmlns:a="http://schemas.openxmlformats.org/drawingml/2006/main">
            <a:off x="4553712"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4" name="Text 32">
            <a:extLst xmlns:a="http://schemas.openxmlformats.org/drawingml/2006/main">
              <a:ext uri="{FF2B5EF4-FFF2-40B4-BE49-F238E27FC236}">
                <a16:creationId xmlns:a16="http://schemas.microsoft.com/office/drawing/2014/main" id="{63A8A6C9-9E40-4589-B7B1-1EB7B6D1989D}"/>
              </a:ext>
            </a:extLst>
          </p:cNvPr>
          <p:cNvSpPr>
            <a:spLocks xmlns:a="http://schemas.openxmlformats.org/drawingml/2006/main" noGrp="1"/>
          </p:cNvSpPr>
          <p:nvPr/>
        </p:nvSpPr>
        <p:spPr>
          <a:xfrm xmlns:a="http://schemas.openxmlformats.org/drawingml/2006/main">
            <a:off x="4718304"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GOAL</a:t>
            </a:r>
            <a:endParaRPr sz="2500"/>
          </a:p>
        </p:txBody>
      </p:sp>
      <p:sp>
        <p:nvSpPr>
          <p:cNvPr id="35" name="Text 33">
            <a:extLst xmlns:a="http://schemas.openxmlformats.org/drawingml/2006/main">
              <a:ext uri="{FF2B5EF4-FFF2-40B4-BE49-F238E27FC236}">
                <a16:creationId xmlns:a16="http://schemas.microsoft.com/office/drawing/2014/main" id="{6CF91187-0291-47BA-93ED-5961EC0D2132}"/>
              </a:ext>
            </a:extLst>
          </p:cNvPr>
          <p:cNvSpPr>
            <a:spLocks xmlns:a="http://schemas.openxmlformats.org/drawingml/2006/main" noGrp="1"/>
          </p:cNvSpPr>
          <p:nvPr/>
        </p:nvSpPr>
        <p:spPr>
          <a:xfrm xmlns:a="http://schemas.openxmlformats.org/drawingml/2006/main">
            <a:off x="4718304"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Shared milestone</a:t>
            </a:r>
            <a:endParaRPr sz="1050"/>
          </a:p>
        </p:txBody>
      </p:sp>
      <p:sp>
        <p:nvSpPr>
          <p:cNvPr id="36" name="Shape 34">
            <a:extLst xmlns:a="http://schemas.openxmlformats.org/drawingml/2006/main">
              <a:ext uri="{FF2B5EF4-FFF2-40B4-BE49-F238E27FC236}">
                <a16:creationId xmlns:a16="http://schemas.microsoft.com/office/drawing/2014/main" id="{151F4ABC-FD12-4F78-969F-81F5AB89FC22}"/>
              </a:ext>
            </a:extLst>
          </p:cNvPr>
          <p:cNvSpPr>
            <a:spLocks xmlns:a="http://schemas.openxmlformats.org/drawingml/2006/main" noGrp="1"/>
          </p:cNvSpPr>
          <p:nvPr/>
        </p:nvSpPr>
        <p:spPr>
          <a:xfrm xmlns:a="http://schemas.openxmlformats.org/drawingml/2006/main">
            <a:off x="8229600"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7" name="Text 35">
            <a:extLst xmlns:a="http://schemas.openxmlformats.org/drawingml/2006/main">
              <a:ext uri="{FF2B5EF4-FFF2-40B4-BE49-F238E27FC236}">
                <a16:creationId xmlns:a16="http://schemas.microsoft.com/office/drawing/2014/main" id="{6FFAA5FF-25C4-460D-97D0-4B4A0EADB35C}"/>
              </a:ext>
            </a:extLst>
          </p:cNvPr>
          <p:cNvSpPr>
            <a:spLocks xmlns:a="http://schemas.openxmlformats.org/drawingml/2006/main" noGrp="1"/>
          </p:cNvSpPr>
          <p:nvPr/>
        </p:nvSpPr>
        <p:spPr>
          <a:xfrm xmlns:a="http://schemas.openxmlformats.org/drawingml/2006/main">
            <a:off x="8394192"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BOARD</a:t>
            </a:r>
            <a:endParaRPr sz="2500"/>
          </a:p>
        </p:txBody>
      </p:sp>
      <p:sp>
        <p:nvSpPr>
          <p:cNvPr id="38" name="Text 36">
            <a:extLst xmlns:a="http://schemas.openxmlformats.org/drawingml/2006/main">
              <a:ext uri="{FF2B5EF4-FFF2-40B4-BE49-F238E27FC236}">
                <a16:creationId xmlns:a16="http://schemas.microsoft.com/office/drawing/2014/main" id="{4D9BF3DB-5B78-4591-9C41-6E26DEDFBE07}"/>
              </a:ext>
            </a:extLst>
          </p:cNvPr>
          <p:cNvSpPr>
            <a:spLocks xmlns:a="http://schemas.openxmlformats.org/drawingml/2006/main" noGrp="1"/>
          </p:cNvSpPr>
          <p:nvPr/>
        </p:nvSpPr>
        <p:spPr>
          <a:xfrm xmlns:a="http://schemas.openxmlformats.org/drawingml/2006/main">
            <a:off x="8394192"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Progress tracking</a:t>
            </a:r>
            <a:endParaRPr sz="1050"/>
          </a:p>
        </p:txBody>
      </p:sp>
    </p:spTree>
    <p:extLst>
      <p:ext uri="{BB962C8B-B14F-4D97-AF65-F5344CB8AC3E}">
        <p14:creationId xmlns:p14="http://schemas.microsoft.com/office/powerpoint/2010/main" val="1823634046"/>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0032CD-A4CF-4FF4-AE9D-FF9455C4DFC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E44A4C3-ACF7-42C0-B1D7-9594EEA327B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F24C958B-D8E1-4DFC-ADC2-014B15C49553}"/>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3B7F646-400D-41EE-978A-AB92B16000AA}"/>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10 · SURFACES</a:t>
            </a:r>
            <a:endParaRPr sz="900"/>
          </a:p>
        </p:txBody>
      </p:sp>
      <p:sp>
        <p:nvSpPr>
          <p:cNvPr id="6" name="Text 4">
            <a:extLst xmlns:a="http://schemas.openxmlformats.org/drawingml/2006/main">
              <a:ext uri="{FF2B5EF4-FFF2-40B4-BE49-F238E27FC236}">
                <a16:creationId xmlns:a16="http://schemas.microsoft.com/office/drawing/2014/main" id="{4FF3B706-74D7-497E-B12C-4F590714224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Kiro surfaces and available evidence</a:t>
            </a:r>
            <a:endParaRPr sz="2700"/>
          </a:p>
        </p:txBody>
      </p:sp>
      <p:sp>
        <p:nvSpPr>
          <p:cNvPr id="7" name="Shape 5">
            <a:extLst xmlns:a="http://schemas.openxmlformats.org/drawingml/2006/main">
              <a:ext uri="{FF2B5EF4-FFF2-40B4-BE49-F238E27FC236}">
                <a16:creationId xmlns:a16="http://schemas.microsoft.com/office/drawing/2014/main" id="{7E3B14FE-698B-4A86-9C13-B96D43B06D06}"/>
              </a:ext>
            </a:extLst>
          </p:cNvPr>
          <p:cNvSpPr>
            <a:spLocks xmlns:a="http://schemas.openxmlformats.org/drawingml/2006/main" noGrp="1"/>
          </p:cNvSpPr>
          <p:nvPr/>
        </p:nvSpPr>
        <p:spPr>
          <a:xfrm xmlns:a="http://schemas.openxmlformats.org/drawingml/2006/main">
            <a:off x="950976"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E9069ED9-850A-4C2B-BA58-188213145F78}"/>
              </a:ext>
            </a:extLst>
          </p:cNvPr>
          <p:cNvSpPr>
            <a:spLocks xmlns:a="http://schemas.openxmlformats.org/drawingml/2006/main" noGrp="1"/>
          </p:cNvSpPr>
          <p:nvPr/>
        </p:nvSpPr>
        <p:spPr>
          <a:xfrm xmlns:a="http://schemas.openxmlformats.org/drawingml/2006/main">
            <a:off x="1636776"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3900" b="1">
                <a:solidFill>
                  <a:srgbClr val="31D7FF"/>
                </a:solidFill>
                <a:latin typeface="Aptos"/>
                <a:ea typeface="Aptos"/>
                <a:cs typeface="Aptos"/>
              </a:rPr>
              <a:t>I</a:t>
            </a:r>
            <a:endParaRPr sz="3900"/>
          </a:p>
        </p:txBody>
      </p:sp>
      <p:sp>
        <p:nvSpPr>
          <p:cNvPr id="9" name="Text 7">
            <a:extLst xmlns:a="http://schemas.openxmlformats.org/drawingml/2006/main">
              <a:ext uri="{FF2B5EF4-FFF2-40B4-BE49-F238E27FC236}">
                <a16:creationId xmlns:a16="http://schemas.microsoft.com/office/drawing/2014/main" id="{3CE545C9-4370-46A2-B482-7A88465C60B4}"/>
              </a:ext>
            </a:extLst>
          </p:cNvPr>
          <p:cNvSpPr>
            <a:spLocks xmlns:a="http://schemas.openxmlformats.org/drawingml/2006/main" noGrp="1"/>
          </p:cNvSpPr>
          <p:nvPr/>
        </p:nvSpPr>
        <p:spPr>
          <a:xfrm xmlns:a="http://schemas.openxmlformats.org/drawingml/2006/main">
            <a:off x="1225296"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IDE</a:t>
            </a:r>
            <a:endParaRPr sz="1200"/>
          </a:p>
        </p:txBody>
      </p:sp>
      <p:sp>
        <p:nvSpPr>
          <p:cNvPr id="10" name="Text 8">
            <a:extLst xmlns:a="http://schemas.openxmlformats.org/drawingml/2006/main">
              <a:ext uri="{FF2B5EF4-FFF2-40B4-BE49-F238E27FC236}">
                <a16:creationId xmlns:a16="http://schemas.microsoft.com/office/drawing/2014/main" id="{FA986C67-4B80-4F07-AF9B-7557767E7488}"/>
              </a:ext>
            </a:extLst>
          </p:cNvPr>
          <p:cNvSpPr>
            <a:spLocks xmlns:a="http://schemas.openxmlformats.org/drawingml/2006/main" noGrp="1"/>
          </p:cNvSpPr>
          <p:nvPr/>
        </p:nvSpPr>
        <p:spPr>
          <a:xfrm xmlns:a="http://schemas.openxmlformats.org/drawingml/2006/main">
            <a:off x="1225296"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Project artifacts</a:t>
            </a:r>
            <a:endParaRPr sz="2000"/>
          </a:p>
        </p:txBody>
      </p:sp>
      <p:sp>
        <p:nvSpPr>
          <p:cNvPr id="11" name="Shape 9">
            <a:extLst xmlns:a="http://schemas.openxmlformats.org/drawingml/2006/main">
              <a:ext uri="{FF2B5EF4-FFF2-40B4-BE49-F238E27FC236}">
                <a16:creationId xmlns:a16="http://schemas.microsoft.com/office/drawing/2014/main" id="{03CE3160-B2FE-4C80-933D-D73AFBE7574B}"/>
              </a:ext>
            </a:extLst>
          </p:cNvPr>
          <p:cNvSpPr>
            <a:spLocks xmlns:a="http://schemas.openxmlformats.org/drawingml/2006/main" noGrp="1"/>
          </p:cNvSpPr>
          <p:nvPr/>
        </p:nvSpPr>
        <p:spPr>
          <a:xfrm xmlns:a="http://schemas.openxmlformats.org/drawingml/2006/main">
            <a:off x="4151376"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D93E7D05-E84B-413E-B3E0-CA45E5606B07}"/>
              </a:ext>
            </a:extLst>
          </p:cNvPr>
          <p:cNvSpPr>
            <a:spLocks xmlns:a="http://schemas.openxmlformats.org/drawingml/2006/main" noGrp="1"/>
          </p:cNvSpPr>
          <p:nvPr/>
        </p:nvSpPr>
        <p:spPr>
          <a:xfrm xmlns:a="http://schemas.openxmlformats.org/drawingml/2006/main">
            <a:off x="4718304"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3" name="Text 11">
            <a:extLst xmlns:a="http://schemas.openxmlformats.org/drawingml/2006/main">
              <a:ext uri="{FF2B5EF4-FFF2-40B4-BE49-F238E27FC236}">
                <a16:creationId xmlns:a16="http://schemas.microsoft.com/office/drawing/2014/main" id="{1CEFDBF4-3DB6-48BE-B535-22E77553E99F}"/>
              </a:ext>
            </a:extLst>
          </p:cNvPr>
          <p:cNvSpPr>
            <a:spLocks xmlns:a="http://schemas.openxmlformats.org/drawingml/2006/main" noGrp="1"/>
          </p:cNvSpPr>
          <p:nvPr/>
        </p:nvSpPr>
        <p:spPr>
          <a:xfrm xmlns:a="http://schemas.openxmlformats.org/drawingml/2006/main">
            <a:off x="5404104"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3900" b="1">
                <a:solidFill>
                  <a:srgbClr val="8A5CFF"/>
                </a:solidFill>
                <a:latin typeface="Aptos"/>
                <a:ea typeface="Aptos"/>
                <a:cs typeface="Aptos"/>
              </a:rPr>
              <a:t>C</a:t>
            </a:r>
            <a:endParaRPr sz="3900"/>
          </a:p>
        </p:txBody>
      </p:sp>
      <p:sp>
        <p:nvSpPr>
          <p:cNvPr id="14" name="Text 12">
            <a:extLst xmlns:a="http://schemas.openxmlformats.org/drawingml/2006/main">
              <a:ext uri="{FF2B5EF4-FFF2-40B4-BE49-F238E27FC236}">
                <a16:creationId xmlns:a16="http://schemas.microsoft.com/office/drawing/2014/main" id="{3C87DB79-E0F0-4AA4-A1B1-CA982F9C7F90}"/>
              </a:ext>
            </a:extLst>
          </p:cNvPr>
          <p:cNvSpPr>
            <a:spLocks xmlns:a="http://schemas.openxmlformats.org/drawingml/2006/main" noGrp="1"/>
          </p:cNvSpPr>
          <p:nvPr/>
        </p:nvSpPr>
        <p:spPr>
          <a:xfrm xmlns:a="http://schemas.openxmlformats.org/drawingml/2006/main">
            <a:off x="4992624"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CLI</a:t>
            </a:r>
            <a:endParaRPr sz="1200"/>
          </a:p>
        </p:txBody>
      </p:sp>
      <p:sp>
        <p:nvSpPr>
          <p:cNvPr id="15" name="Text 13">
            <a:extLst xmlns:a="http://schemas.openxmlformats.org/drawingml/2006/main">
              <a:ext uri="{FF2B5EF4-FFF2-40B4-BE49-F238E27FC236}">
                <a16:creationId xmlns:a16="http://schemas.microsoft.com/office/drawing/2014/main" id="{DF0ED796-E759-4467-B214-202D23AEBDA1}"/>
              </a:ext>
            </a:extLst>
          </p:cNvPr>
          <p:cNvSpPr>
            <a:spLocks xmlns:a="http://schemas.openxmlformats.org/drawingml/2006/main" noGrp="1"/>
          </p:cNvSpPr>
          <p:nvPr/>
        </p:nvSpPr>
        <p:spPr>
          <a:xfrm xmlns:a="http://schemas.openxmlformats.org/drawingml/2006/main">
            <a:off x="4992624"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Separate evidence</a:t>
            </a:r>
            <a:endParaRPr sz="2000"/>
          </a:p>
        </p:txBody>
      </p:sp>
      <p:sp>
        <p:nvSpPr>
          <p:cNvPr id="16" name="Shape 14">
            <a:extLst xmlns:a="http://schemas.openxmlformats.org/drawingml/2006/main">
              <a:ext uri="{FF2B5EF4-FFF2-40B4-BE49-F238E27FC236}">
                <a16:creationId xmlns:a16="http://schemas.microsoft.com/office/drawing/2014/main" id="{55D8F92B-3B06-49D1-B497-312196752BE4}"/>
              </a:ext>
            </a:extLst>
          </p:cNvPr>
          <p:cNvSpPr>
            <a:spLocks xmlns:a="http://schemas.openxmlformats.org/drawingml/2006/main" noGrp="1"/>
          </p:cNvSpPr>
          <p:nvPr/>
        </p:nvSpPr>
        <p:spPr>
          <a:xfrm xmlns:a="http://schemas.openxmlformats.org/drawingml/2006/main">
            <a:off x="7918704"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AD78602F-C2B8-4833-B226-544AF8871D33}"/>
              </a:ext>
            </a:extLst>
          </p:cNvPr>
          <p:cNvSpPr>
            <a:spLocks xmlns:a="http://schemas.openxmlformats.org/drawingml/2006/main" noGrp="1"/>
          </p:cNvSpPr>
          <p:nvPr/>
        </p:nvSpPr>
        <p:spPr>
          <a:xfrm xmlns:a="http://schemas.openxmlformats.org/drawingml/2006/main">
            <a:off x="8485632"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8" name="Text 16">
            <a:extLst xmlns:a="http://schemas.openxmlformats.org/drawingml/2006/main">
              <a:ext uri="{FF2B5EF4-FFF2-40B4-BE49-F238E27FC236}">
                <a16:creationId xmlns:a16="http://schemas.microsoft.com/office/drawing/2014/main" id="{A3C4361C-12D2-4213-BFAB-9FCB16CC6B35}"/>
              </a:ext>
            </a:extLst>
          </p:cNvPr>
          <p:cNvSpPr>
            <a:spLocks xmlns:a="http://schemas.openxmlformats.org/drawingml/2006/main" noGrp="1"/>
          </p:cNvSpPr>
          <p:nvPr/>
        </p:nvSpPr>
        <p:spPr>
          <a:xfrm xmlns:a="http://schemas.openxmlformats.org/drawingml/2006/main">
            <a:off x="9171432"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3900" b="1">
                <a:solidFill>
                  <a:srgbClr val="FF6B6B"/>
                </a:solidFill>
                <a:latin typeface="Aptos"/>
                <a:ea typeface="Aptos"/>
                <a:cs typeface="Aptos"/>
              </a:rPr>
              <a:t>W</a:t>
            </a:r>
            <a:endParaRPr sz="3900"/>
          </a:p>
        </p:txBody>
      </p:sp>
      <p:sp>
        <p:nvSpPr>
          <p:cNvPr id="19" name="Text 17">
            <a:extLst xmlns:a="http://schemas.openxmlformats.org/drawingml/2006/main">
              <a:ext uri="{FF2B5EF4-FFF2-40B4-BE49-F238E27FC236}">
                <a16:creationId xmlns:a16="http://schemas.microsoft.com/office/drawing/2014/main" id="{9C25B553-1E5D-48D5-80C8-3B7A99317C01}"/>
              </a:ext>
            </a:extLst>
          </p:cNvPr>
          <p:cNvSpPr>
            <a:spLocks xmlns:a="http://schemas.openxmlformats.org/drawingml/2006/main" noGrp="1"/>
          </p:cNvSpPr>
          <p:nvPr/>
        </p:nvSpPr>
        <p:spPr>
          <a:xfrm xmlns:a="http://schemas.openxmlformats.org/drawingml/2006/main">
            <a:off x="8759952"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WEB</a:t>
            </a:r>
            <a:endParaRPr sz="1200"/>
          </a:p>
        </p:txBody>
      </p:sp>
      <p:sp>
        <p:nvSpPr>
          <p:cNvPr id="20" name="Text 18">
            <a:extLst xmlns:a="http://schemas.openxmlformats.org/drawingml/2006/main">
              <a:ext uri="{FF2B5EF4-FFF2-40B4-BE49-F238E27FC236}">
                <a16:creationId xmlns:a16="http://schemas.microsoft.com/office/drawing/2014/main" id="{95E4149A-4C0C-4D9B-A99E-DE0D2F75EED0}"/>
              </a:ext>
            </a:extLst>
          </p:cNvPr>
          <p:cNvSpPr>
            <a:spLocks xmlns:a="http://schemas.openxmlformats.org/drawingml/2006/main" noGrp="1"/>
          </p:cNvSpPr>
          <p:nvPr/>
        </p:nvSpPr>
        <p:spPr>
          <a:xfrm xmlns:a="http://schemas.openxmlformats.org/drawingml/2006/main">
            <a:off x="8759952"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Separate evidence</a:t>
            </a:r>
            <a:endParaRPr sz="2000"/>
          </a:p>
        </p:txBody>
      </p:sp>
      <p:sp>
        <p:nvSpPr>
          <p:cNvPr id="21" name="Shape 19">
            <a:extLst xmlns:a="http://schemas.openxmlformats.org/drawingml/2006/main">
              <a:ext uri="{FF2B5EF4-FFF2-40B4-BE49-F238E27FC236}">
                <a16:creationId xmlns:a16="http://schemas.microsoft.com/office/drawing/2014/main" id="{B9AE7709-898A-413A-ABA0-4AE9997A7160}"/>
              </a:ext>
            </a:extLst>
          </p:cNvPr>
          <p:cNvSpPr>
            <a:spLocks xmlns:a="http://schemas.openxmlformats.org/drawingml/2006/main" noGrp="1"/>
          </p:cNvSpPr>
          <p:nvPr/>
        </p:nvSpPr>
        <p:spPr>
          <a:xfrm xmlns:a="http://schemas.openxmlformats.org/drawingml/2006/main">
            <a:off x="4078224" y="5303520"/>
            <a:ext cx="4041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2" name="Text 20">
            <a:extLst xmlns:a="http://schemas.openxmlformats.org/drawingml/2006/main">
              <a:ext uri="{FF2B5EF4-FFF2-40B4-BE49-F238E27FC236}">
                <a16:creationId xmlns:a16="http://schemas.microsoft.com/office/drawing/2014/main" id="{2F7A3C82-3E99-4DBF-92A3-09C04330D4B0}"/>
              </a:ext>
            </a:extLst>
          </p:cNvPr>
          <p:cNvSpPr>
            <a:spLocks xmlns:a="http://schemas.openxmlformats.org/drawingml/2006/main" noGrp="1"/>
          </p:cNvSpPr>
          <p:nvPr/>
        </p:nvSpPr>
        <p:spPr>
          <a:xfrm xmlns:a="http://schemas.openxmlformats.org/drawingml/2006/main">
            <a:off x="4151376" y="5321808"/>
            <a:ext cx="3895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SURFACE USE NEEDS ITS OWN EVIDENCE</a:t>
            </a:r>
            <a:endParaRPr sz="820"/>
          </a:p>
        </p:txBody>
      </p:sp>
    </p:spTree>
    <p:extLst>
      <p:ext uri="{BB962C8B-B14F-4D97-AF65-F5344CB8AC3E}">
        <p14:creationId xmlns:p14="http://schemas.microsoft.com/office/powerpoint/2010/main" val="1530903327"/>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2A3CA6-8358-440B-A95C-B6C6514A198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0FC731B-FC07-4EB4-B0E8-4D2D2B2727F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731411A5-E45E-42AF-BC37-4D3D471C517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49BFDF9-101E-4132-89EB-281AB92B7A7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11 · ARCHITECTURE</a:t>
            </a:r>
            <a:endParaRPr sz="900"/>
          </a:p>
        </p:txBody>
      </p:sp>
      <p:sp>
        <p:nvSpPr>
          <p:cNvPr id="6" name="Text 4">
            <a:extLst xmlns:a="http://schemas.openxmlformats.org/drawingml/2006/main">
              <a:ext uri="{FF2B5EF4-FFF2-40B4-BE49-F238E27FC236}">
                <a16:creationId xmlns:a16="http://schemas.microsoft.com/office/drawing/2014/main" id="{6D8A9CA3-0276-4979-91DA-737B9A61603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Hexagonal architecture and AI layer</a:t>
            </a:r>
            <a:endParaRPr sz="2700"/>
          </a:p>
        </p:txBody>
      </p:sp>
      <p:sp>
        <p:nvSpPr>
          <p:cNvPr id="7" name="Text 5">
            <a:extLst xmlns:a="http://schemas.openxmlformats.org/drawingml/2006/main">
              <a:ext uri="{FF2B5EF4-FFF2-40B4-BE49-F238E27FC236}">
                <a16:creationId xmlns:a16="http://schemas.microsoft.com/office/drawing/2014/main" id="{56F8CB4A-8FA8-4AA7-8D58-209C1A4F5AF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Dependencies point toward the domain.</a:t>
            </a:r>
            <a:endParaRPr sz="1150"/>
          </a:p>
        </p:txBody>
      </p:sp>
      <p:sp>
        <p:nvSpPr>
          <p:cNvPr id="8" name="Shape 6">
            <a:extLst xmlns:a="http://schemas.openxmlformats.org/drawingml/2006/main">
              <a:ext uri="{FF2B5EF4-FFF2-40B4-BE49-F238E27FC236}">
                <a16:creationId xmlns:a16="http://schemas.microsoft.com/office/drawing/2014/main" id="{61D40146-E2AE-4A8C-A947-21212D9707C4}"/>
              </a:ext>
            </a:extLst>
          </p:cNvPr>
          <p:cNvSpPr>
            <a:spLocks xmlns:a="http://schemas.openxmlformats.org/drawingml/2006/main" noGrp="1"/>
          </p:cNvSpPr>
          <p:nvPr/>
        </p:nvSpPr>
        <p:spPr>
          <a:xfrm xmlns:a="http://schemas.openxmlformats.org/drawingml/2006/main">
            <a:off x="1280160" y="1664208"/>
            <a:ext cx="9646920" cy="658368"/>
          </a:xfrm>
          <a:prstGeom xmlns:a="http://schemas.openxmlformats.org/drawingml/2006/main" prst="roundRect">
            <a:avLst>
              <a:gd name="adj" fmla="val 22222"/>
            </a:avLst>
          </a:prstGeom>
          <a:solidFill xmlns:a="http://schemas.openxmlformats.org/drawingml/2006/main">
            <a:srgbClr val="172A40"/>
          </a:solidFill>
          <a:ln xmlns:a="http://schemas.openxmlformats.org/drawingml/2006/main" w="1270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1F3FD479-1D3E-4476-A6A3-2EAFBB1BA8A3}"/>
              </a:ext>
            </a:extLst>
          </p:cNvPr>
          <p:cNvSpPr>
            <a:spLocks xmlns:a="http://schemas.openxmlformats.org/drawingml/2006/main" noGrp="1"/>
          </p:cNvSpPr>
          <p:nvPr/>
        </p:nvSpPr>
        <p:spPr>
          <a:xfrm xmlns:a="http://schemas.openxmlformats.org/drawingml/2006/main">
            <a:off x="1499616" y="1837944"/>
            <a:ext cx="9208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HTMX + Alpine.js + Tailwind</a:t>
            </a:r>
            <a:endParaRPr sz="1400"/>
          </a:p>
        </p:txBody>
      </p:sp>
      <p:sp>
        <p:nvSpPr>
          <p:cNvPr id="10" name="Shape 8">
            <a:extLst xmlns:a="http://schemas.openxmlformats.org/drawingml/2006/main">
              <a:ext uri="{FF2B5EF4-FFF2-40B4-BE49-F238E27FC236}">
                <a16:creationId xmlns:a16="http://schemas.microsoft.com/office/drawing/2014/main" id="{15F7038E-FF46-41D2-AEA0-59DCE1A2C135}"/>
              </a:ext>
            </a:extLst>
          </p:cNvPr>
          <p:cNvSpPr>
            <a:spLocks xmlns:a="http://schemas.openxmlformats.org/drawingml/2006/main" noGrp="1"/>
          </p:cNvSpPr>
          <p:nvPr/>
        </p:nvSpPr>
        <p:spPr>
          <a:xfrm xmlns:a="http://schemas.openxmlformats.org/drawingml/2006/main">
            <a:off x="1719072" y="2496312"/>
            <a:ext cx="8769096" cy="658368"/>
          </a:xfrm>
          <a:prstGeom xmlns:a="http://schemas.openxmlformats.org/drawingml/2006/main" prst="roundRect">
            <a:avLst>
              <a:gd name="adj" fmla="val 22222"/>
            </a:avLst>
          </a:prstGeom>
          <a:solidFill xmlns:a="http://schemas.openxmlformats.org/drawingml/2006/main">
            <a:srgbClr val="14253A"/>
          </a:solidFill>
          <a:ln xmlns:a="http://schemas.openxmlformats.org/drawingml/2006/main" w="12700">
            <a:solidFill>
              <a:srgbClr val="8A5CFF"/>
            </a:solidFill>
            <a:prstDash val="solid"/>
          </a:ln>
        </p:spPr>
      </p:sp>
      <p:sp>
        <p:nvSpPr>
          <p:cNvPr id="11" name="Text 9">
            <a:extLst xmlns:a="http://schemas.openxmlformats.org/drawingml/2006/main">
              <a:ext uri="{FF2B5EF4-FFF2-40B4-BE49-F238E27FC236}">
                <a16:creationId xmlns:a16="http://schemas.microsoft.com/office/drawing/2014/main" id="{E607D359-9B1E-4B98-B871-7650E6C3019C}"/>
              </a:ext>
            </a:extLst>
          </p:cNvPr>
          <p:cNvSpPr>
            <a:spLocks xmlns:a="http://schemas.openxmlformats.org/drawingml/2006/main" noGrp="1"/>
          </p:cNvSpPr>
          <p:nvPr/>
        </p:nvSpPr>
        <p:spPr>
          <a:xfrm xmlns:a="http://schemas.openxmlformats.org/drawingml/2006/main">
            <a:off x="1938528" y="2670048"/>
            <a:ext cx="8330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Go HTTP and chi router</a:t>
            </a:r>
            <a:endParaRPr sz="1400"/>
          </a:p>
        </p:txBody>
      </p:sp>
      <p:sp>
        <p:nvSpPr>
          <p:cNvPr id="12" name="Shape 10">
            <a:extLst xmlns:a="http://schemas.openxmlformats.org/drawingml/2006/main">
              <a:ext uri="{FF2B5EF4-FFF2-40B4-BE49-F238E27FC236}">
                <a16:creationId xmlns:a16="http://schemas.microsoft.com/office/drawing/2014/main" id="{CB02791A-460A-4671-A28D-A81963D008EE}"/>
              </a:ext>
            </a:extLst>
          </p:cNvPr>
          <p:cNvSpPr>
            <a:spLocks xmlns:a="http://schemas.openxmlformats.org/drawingml/2006/main" noGrp="1"/>
          </p:cNvSpPr>
          <p:nvPr/>
        </p:nvSpPr>
        <p:spPr>
          <a:xfrm xmlns:a="http://schemas.openxmlformats.org/drawingml/2006/main">
            <a:off x="2157984" y="3328416"/>
            <a:ext cx="7891272" cy="658368"/>
          </a:xfrm>
          <a:prstGeom xmlns:a="http://schemas.openxmlformats.org/drawingml/2006/main" prst="roundRect">
            <a:avLst>
              <a:gd name="adj" fmla="val 22222"/>
            </a:avLst>
          </a:prstGeom>
          <a:solidFill xmlns:a="http://schemas.openxmlformats.org/drawingml/2006/main">
            <a:srgbClr val="112238"/>
          </a:solidFill>
          <a:ln xmlns:a="http://schemas.openxmlformats.org/drawingml/2006/main" w="12700">
            <a:solidFill>
              <a:srgbClr val="FF6B6B"/>
            </a:solidFill>
            <a:prstDash val="solid"/>
          </a:ln>
        </p:spPr>
      </p:sp>
      <p:sp>
        <p:nvSpPr>
          <p:cNvPr id="13" name="Text 11">
            <a:extLst xmlns:a="http://schemas.openxmlformats.org/drawingml/2006/main">
              <a:ext uri="{FF2B5EF4-FFF2-40B4-BE49-F238E27FC236}">
                <a16:creationId xmlns:a16="http://schemas.microsoft.com/office/drawing/2014/main" id="{1CFB7CE0-8AF8-47A0-A432-D7DCB59961E6}"/>
              </a:ext>
            </a:extLst>
          </p:cNvPr>
          <p:cNvSpPr>
            <a:spLocks xmlns:a="http://schemas.openxmlformats.org/drawingml/2006/main" noGrp="1"/>
          </p:cNvSpPr>
          <p:nvPr/>
        </p:nvSpPr>
        <p:spPr>
          <a:xfrm xmlns:a="http://schemas.openxmlformats.org/drawingml/2006/main">
            <a:off x="2377440" y="3502152"/>
            <a:ext cx="7452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Application use cases</a:t>
            </a:r>
            <a:endParaRPr sz="1400"/>
          </a:p>
        </p:txBody>
      </p:sp>
      <p:sp>
        <p:nvSpPr>
          <p:cNvPr id="14" name="Shape 12">
            <a:extLst xmlns:a="http://schemas.openxmlformats.org/drawingml/2006/main">
              <a:ext uri="{FF2B5EF4-FFF2-40B4-BE49-F238E27FC236}">
                <a16:creationId xmlns:a16="http://schemas.microsoft.com/office/drawing/2014/main" id="{73106FED-62CD-4165-ACB3-7DA010C962A4}"/>
              </a:ext>
            </a:extLst>
          </p:cNvPr>
          <p:cNvSpPr>
            <a:spLocks xmlns:a="http://schemas.openxmlformats.org/drawingml/2006/main" noGrp="1"/>
          </p:cNvSpPr>
          <p:nvPr/>
        </p:nvSpPr>
        <p:spPr>
          <a:xfrm xmlns:a="http://schemas.openxmlformats.org/drawingml/2006/main">
            <a:off x="2596896" y="4160520"/>
            <a:ext cx="7013448" cy="658368"/>
          </a:xfrm>
          <a:prstGeom xmlns:a="http://schemas.openxmlformats.org/drawingml/2006/main" prst="roundRect">
            <a:avLst>
              <a:gd name="adj" fmla="val 22222"/>
            </a:avLst>
          </a:prstGeom>
          <a:solidFill xmlns:a="http://schemas.openxmlformats.org/drawingml/2006/main">
            <a:srgbClr val="0E1E31"/>
          </a:solidFill>
          <a:ln xmlns:a="http://schemas.openxmlformats.org/drawingml/2006/main" w="12700">
            <a:solidFill>
              <a:srgbClr val="55E6A5"/>
            </a:solidFill>
            <a:prstDash val="solid"/>
          </a:ln>
        </p:spPr>
      </p:sp>
      <p:sp>
        <p:nvSpPr>
          <p:cNvPr id="15" name="Text 13">
            <a:extLst xmlns:a="http://schemas.openxmlformats.org/drawingml/2006/main">
              <a:ext uri="{FF2B5EF4-FFF2-40B4-BE49-F238E27FC236}">
                <a16:creationId xmlns:a16="http://schemas.microsoft.com/office/drawing/2014/main" id="{E8155D0B-E127-4772-898B-43B8EB9266A7}"/>
              </a:ext>
            </a:extLst>
          </p:cNvPr>
          <p:cNvSpPr>
            <a:spLocks xmlns:a="http://schemas.openxmlformats.org/drawingml/2006/main" noGrp="1"/>
          </p:cNvSpPr>
          <p:nvPr/>
        </p:nvSpPr>
        <p:spPr>
          <a:xfrm xmlns:a="http://schemas.openxmlformats.org/drawingml/2006/main">
            <a:off x="2816352" y="4334256"/>
            <a:ext cx="65745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Domain entities and ports</a:t>
            </a:r>
            <a:endParaRPr sz="1400"/>
          </a:p>
        </p:txBody>
      </p:sp>
      <p:sp>
        <p:nvSpPr>
          <p:cNvPr id="16" name="Shape 14">
            <a:extLst xmlns:a="http://schemas.openxmlformats.org/drawingml/2006/main">
              <a:ext uri="{FF2B5EF4-FFF2-40B4-BE49-F238E27FC236}">
                <a16:creationId xmlns:a16="http://schemas.microsoft.com/office/drawing/2014/main" id="{438B2F11-6D55-4250-9457-A23EA58F6315}"/>
              </a:ext>
            </a:extLst>
          </p:cNvPr>
          <p:cNvSpPr>
            <a:spLocks xmlns:a="http://schemas.openxmlformats.org/drawingml/2006/main" noGrp="1"/>
          </p:cNvSpPr>
          <p:nvPr/>
        </p:nvSpPr>
        <p:spPr>
          <a:xfrm xmlns:a="http://schemas.openxmlformats.org/drawingml/2006/main">
            <a:off x="3035808" y="4992624"/>
            <a:ext cx="6135624" cy="658368"/>
          </a:xfrm>
          <a:prstGeom xmlns:a="http://schemas.openxmlformats.org/drawingml/2006/main" prst="roundRect">
            <a:avLst>
              <a:gd name="adj" fmla="val 22222"/>
            </a:avLst>
          </a:prstGeom>
          <a:solidFill xmlns:a="http://schemas.openxmlformats.org/drawingml/2006/main">
            <a:srgbClr val="0B1A2B"/>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05315E39-027A-4B72-99D5-39EFBA48D648}"/>
              </a:ext>
            </a:extLst>
          </p:cNvPr>
          <p:cNvSpPr>
            <a:spLocks xmlns:a="http://schemas.openxmlformats.org/drawingml/2006/main" noGrp="1"/>
          </p:cNvSpPr>
          <p:nvPr/>
        </p:nvSpPr>
        <p:spPr>
          <a:xfrm xmlns:a="http://schemas.openxmlformats.org/drawingml/2006/main">
            <a:off x="3255264" y="5166360"/>
            <a:ext cx="56967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SQLite, OpenRouter and config</a:t>
            </a:r>
            <a:endParaRPr sz="1400"/>
          </a:p>
        </p:txBody>
      </p:sp>
      <p:sp>
        <p:nvSpPr>
          <p:cNvPr id="18" name="Text 16">
            <a:extLst xmlns:a="http://schemas.openxmlformats.org/drawingml/2006/main">
              <a:ext uri="{FF2B5EF4-FFF2-40B4-BE49-F238E27FC236}">
                <a16:creationId xmlns:a16="http://schemas.microsoft.com/office/drawing/2014/main" id="{A448439D-7789-40DF-820F-A0332AD1DA6B}"/>
              </a:ext>
            </a:extLst>
          </p:cNvPr>
          <p:cNvSpPr>
            <a:spLocks xmlns:a="http://schemas.openxmlformats.org/drawingml/2006/main" noGrp="1"/>
          </p:cNvSpPr>
          <p:nvPr/>
        </p:nvSpPr>
        <p:spPr>
          <a:xfrm xmlns:a="http://schemas.openxmlformats.org/drawingml/2006/main">
            <a:off x="9948672" y="4224528"/>
            <a:ext cx="1143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55E6A5"/>
                </a:solidFill>
                <a:latin typeface="Aptos"/>
                <a:ea typeface="Aptos"/>
                <a:cs typeface="Aptos"/>
              </a:rPr>
              <a:t>DOMAIN</a:t>
            </a:r>
            <a:endParaRPr sz="900"/>
          </a:p>
        </p:txBody>
      </p:sp>
      <p:sp>
        <p:nvSpPr>
          <p:cNvPr id="19" name="Shape 17">
            <a:extLst xmlns:a="http://schemas.openxmlformats.org/drawingml/2006/main">
              <a:ext uri="{FF2B5EF4-FFF2-40B4-BE49-F238E27FC236}">
                <a16:creationId xmlns:a16="http://schemas.microsoft.com/office/drawing/2014/main" id="{7FDF206C-A32B-4283-BBEA-56D61FA87844}"/>
              </a:ext>
            </a:extLst>
          </p:cNvPr>
          <p:cNvSpPr>
            <a:spLocks xmlns:a="http://schemas.openxmlformats.org/drawingml/2006/main" noGrp="1"/>
          </p:cNvSpPr>
          <p:nvPr/>
        </p:nvSpPr>
        <p:spPr>
          <a:xfrm xmlns:a="http://schemas.openxmlformats.org/drawingml/2006/main">
            <a:off x="8732520" y="3950208"/>
            <a:ext cx="1188720"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Tree>
    <p:extLst>
      <p:ext uri="{BB962C8B-B14F-4D97-AF65-F5344CB8AC3E}">
        <p14:creationId xmlns:p14="http://schemas.microsoft.com/office/powerpoint/2010/main" val="2097074069"/>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36EB00-DE2F-47AB-AB83-E289763FC6E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DAEBA03-0E14-48D2-A264-100738E7C49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E854ECB8-DCF6-4567-BB64-AA30CEE1B0E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5E7B2FAA-A9A2-406B-96D7-A1A36A51E2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12 · SECURITY</a:t>
            </a:r>
            <a:endParaRPr sz="900"/>
          </a:p>
        </p:txBody>
      </p:sp>
      <p:sp>
        <p:nvSpPr>
          <p:cNvPr id="6" name="Text 4">
            <a:extLst xmlns:a="http://schemas.openxmlformats.org/drawingml/2006/main">
              <a:ext uri="{FF2B5EF4-FFF2-40B4-BE49-F238E27FC236}">
                <a16:creationId xmlns:a16="http://schemas.microsoft.com/office/drawing/2014/main" id="{75DA8C85-7BD8-4F6D-BEF6-F00091502C5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Five safeguards for AI-generated queries</a:t>
            </a:r>
            <a:endParaRPr sz="2700"/>
          </a:p>
        </p:txBody>
      </p:sp>
      <p:sp>
        <p:nvSpPr>
          <p:cNvPr id="7" name="Text 5">
            <a:extLst xmlns:a="http://schemas.openxmlformats.org/drawingml/2006/main">
              <a:ext uri="{FF2B5EF4-FFF2-40B4-BE49-F238E27FC236}">
                <a16:creationId xmlns:a16="http://schemas.microsoft.com/office/drawing/2014/main" id="{C9379B04-A821-48C0-AC34-BC46FDD70AE9}"/>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Validation and execution controls support defense in depth.</a:t>
            </a:r>
            <a:endParaRPr sz="1150"/>
          </a:p>
        </p:txBody>
      </p:sp>
      <p:sp>
        <p:nvSpPr>
          <p:cNvPr id="8" name="Shape 6">
            <a:extLst xmlns:a="http://schemas.openxmlformats.org/drawingml/2006/main">
              <a:ext uri="{FF2B5EF4-FFF2-40B4-BE49-F238E27FC236}">
                <a16:creationId xmlns:a16="http://schemas.microsoft.com/office/drawing/2014/main" id="{697FACBD-3C0B-4B36-A93C-D49AEB8E64C3}"/>
              </a:ext>
            </a:extLst>
          </p:cNvPr>
          <p:cNvSpPr>
            <a:spLocks xmlns:a="http://schemas.openxmlformats.org/drawingml/2006/main" noGrp="1"/>
          </p:cNvSpPr>
          <p:nvPr/>
        </p:nvSpPr>
        <p:spPr>
          <a:xfrm xmlns:a="http://schemas.openxmlformats.org/drawingml/2006/main">
            <a:off x="603504"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6B6B"/>
            </a:solidFill>
            <a:prstDash val="solid"/>
          </a:ln>
        </p:spPr>
      </p:sp>
      <p:sp>
        <p:nvSpPr>
          <p:cNvPr id="9" name="Text 7">
            <a:extLst xmlns:a="http://schemas.openxmlformats.org/drawingml/2006/main">
              <a:ext uri="{FF2B5EF4-FFF2-40B4-BE49-F238E27FC236}">
                <a16:creationId xmlns:a16="http://schemas.microsoft.com/office/drawing/2014/main" id="{32C0EBD2-6FF8-4508-8717-A47A2A8043D1}"/>
              </a:ext>
            </a:extLst>
          </p:cNvPr>
          <p:cNvSpPr>
            <a:spLocks xmlns:a="http://schemas.openxmlformats.org/drawingml/2006/main" noGrp="1"/>
          </p:cNvSpPr>
          <p:nvPr/>
        </p:nvSpPr>
        <p:spPr>
          <a:xfrm xmlns:a="http://schemas.openxmlformats.org/drawingml/2006/main">
            <a:off x="1234440"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6B6B"/>
                </a:solidFill>
                <a:latin typeface="Aptos"/>
                <a:ea typeface="Aptos"/>
                <a:cs typeface="Aptos"/>
              </a:rPr>
              <a:t>1</a:t>
            </a:r>
            <a:endParaRPr sz="2800"/>
          </a:p>
        </p:txBody>
      </p:sp>
      <p:sp>
        <p:nvSpPr>
          <p:cNvPr id="10" name="Text 8">
            <a:extLst xmlns:a="http://schemas.openxmlformats.org/drawingml/2006/main">
              <a:ext uri="{FF2B5EF4-FFF2-40B4-BE49-F238E27FC236}">
                <a16:creationId xmlns:a16="http://schemas.microsoft.com/office/drawing/2014/main" id="{F61184BC-59E5-4E63-AA5C-E2FB45C9FA2B}"/>
              </a:ext>
            </a:extLst>
          </p:cNvPr>
          <p:cNvSpPr>
            <a:spLocks xmlns:a="http://schemas.openxmlformats.org/drawingml/2006/main" noGrp="1"/>
          </p:cNvSpPr>
          <p:nvPr/>
        </p:nvSpPr>
        <p:spPr>
          <a:xfrm xmlns:a="http://schemas.openxmlformats.org/drawingml/2006/main">
            <a:off x="740664"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PROMPT</a:t>
            </a:r>
            <a:endParaRPr sz="1000"/>
          </a:p>
        </p:txBody>
      </p:sp>
      <p:sp>
        <p:nvSpPr>
          <p:cNvPr id="11" name="Text 9">
            <a:extLst xmlns:a="http://schemas.openxmlformats.org/drawingml/2006/main">
              <a:ext uri="{FF2B5EF4-FFF2-40B4-BE49-F238E27FC236}">
                <a16:creationId xmlns:a16="http://schemas.microsoft.com/office/drawing/2014/main" id="{764D398F-ED67-4AC3-9A49-7DBF28E00A88}"/>
              </a:ext>
            </a:extLst>
          </p:cNvPr>
          <p:cNvSpPr>
            <a:spLocks xmlns:a="http://schemas.openxmlformats.org/drawingml/2006/main" noGrp="1"/>
          </p:cNvSpPr>
          <p:nvPr/>
        </p:nvSpPr>
        <p:spPr>
          <a:xfrm xmlns:a="http://schemas.openxmlformats.org/drawingml/2006/main">
            <a:off x="768096"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No DDL / DML</a:t>
            </a:r>
            <a:endParaRPr sz="1500"/>
          </a:p>
        </p:txBody>
      </p:sp>
      <p:sp>
        <p:nvSpPr>
          <p:cNvPr id="12" name="Shape 10">
            <a:extLst xmlns:a="http://schemas.openxmlformats.org/drawingml/2006/main">
              <a:ext uri="{FF2B5EF4-FFF2-40B4-BE49-F238E27FC236}">
                <a16:creationId xmlns:a16="http://schemas.microsoft.com/office/drawing/2014/main" id="{E9F98D5F-24E3-4544-B0CB-826805D8B4CC}"/>
              </a:ext>
            </a:extLst>
          </p:cNvPr>
          <p:cNvSpPr>
            <a:spLocks xmlns:a="http://schemas.openxmlformats.org/drawingml/2006/main" noGrp="1"/>
          </p:cNvSpPr>
          <p:nvPr/>
        </p:nvSpPr>
        <p:spPr>
          <a:xfrm xmlns:a="http://schemas.openxmlformats.org/drawingml/2006/main">
            <a:off x="2916936"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E97772"/>
            </a:solidFill>
            <a:prstDash val="solid"/>
          </a:ln>
        </p:spPr>
      </p:sp>
      <p:sp>
        <p:nvSpPr>
          <p:cNvPr id="13" name="Text 11">
            <a:extLst xmlns:a="http://schemas.openxmlformats.org/drawingml/2006/main">
              <a:ext uri="{FF2B5EF4-FFF2-40B4-BE49-F238E27FC236}">
                <a16:creationId xmlns:a16="http://schemas.microsoft.com/office/drawing/2014/main" id="{3A25AA15-B07F-485C-8E8E-4BBAB2BA9783}"/>
              </a:ext>
            </a:extLst>
          </p:cNvPr>
          <p:cNvSpPr>
            <a:spLocks xmlns:a="http://schemas.openxmlformats.org/drawingml/2006/main" noGrp="1"/>
          </p:cNvSpPr>
          <p:nvPr/>
        </p:nvSpPr>
        <p:spPr>
          <a:xfrm xmlns:a="http://schemas.openxmlformats.org/drawingml/2006/main">
            <a:off x="3547872"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E97772"/>
                </a:solidFill>
                <a:latin typeface="Aptos"/>
                <a:ea typeface="Aptos"/>
                <a:cs typeface="Aptos"/>
              </a:rPr>
              <a:t>2</a:t>
            </a:r>
            <a:endParaRPr sz="2800"/>
          </a:p>
        </p:txBody>
      </p:sp>
      <p:sp>
        <p:nvSpPr>
          <p:cNvPr id="14" name="Text 12">
            <a:extLst xmlns:a="http://schemas.openxmlformats.org/drawingml/2006/main">
              <a:ext uri="{FF2B5EF4-FFF2-40B4-BE49-F238E27FC236}">
                <a16:creationId xmlns:a16="http://schemas.microsoft.com/office/drawing/2014/main" id="{616EE0C7-45BB-49CD-884A-7D6A39CC0913}"/>
              </a:ext>
            </a:extLst>
          </p:cNvPr>
          <p:cNvSpPr>
            <a:spLocks xmlns:a="http://schemas.openxmlformats.org/drawingml/2006/main" noGrp="1"/>
          </p:cNvSpPr>
          <p:nvPr/>
        </p:nvSpPr>
        <p:spPr>
          <a:xfrm xmlns:a="http://schemas.openxmlformats.org/drawingml/2006/main">
            <a:off x="3054096"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VALIDATION</a:t>
            </a:r>
            <a:endParaRPr sz="1000"/>
          </a:p>
        </p:txBody>
      </p:sp>
      <p:sp>
        <p:nvSpPr>
          <p:cNvPr id="15" name="Text 13">
            <a:extLst xmlns:a="http://schemas.openxmlformats.org/drawingml/2006/main">
              <a:ext uri="{FF2B5EF4-FFF2-40B4-BE49-F238E27FC236}">
                <a16:creationId xmlns:a16="http://schemas.microsoft.com/office/drawing/2014/main" id="{885F5FC3-225E-4BD0-9C68-277991185397}"/>
              </a:ext>
            </a:extLst>
          </p:cNvPr>
          <p:cNvSpPr>
            <a:spLocks xmlns:a="http://schemas.openxmlformats.org/drawingml/2006/main" noGrp="1"/>
          </p:cNvSpPr>
          <p:nvPr/>
        </p:nvSpPr>
        <p:spPr>
          <a:xfrm xmlns:a="http://schemas.openxmlformats.org/drawingml/2006/main">
            <a:off x="3081528"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SELECT / WITH</a:t>
            </a:r>
            <a:endParaRPr sz="1500"/>
          </a:p>
        </p:txBody>
      </p:sp>
      <p:sp>
        <p:nvSpPr>
          <p:cNvPr id="16" name="Shape 14">
            <a:extLst xmlns:a="http://schemas.openxmlformats.org/drawingml/2006/main">
              <a:ext uri="{FF2B5EF4-FFF2-40B4-BE49-F238E27FC236}">
                <a16:creationId xmlns:a16="http://schemas.microsoft.com/office/drawing/2014/main" id="{1665846F-1577-40F2-B0F8-3D51436BDA8E}"/>
              </a:ext>
            </a:extLst>
          </p:cNvPr>
          <p:cNvSpPr>
            <a:spLocks xmlns:a="http://schemas.openxmlformats.org/drawingml/2006/main" noGrp="1"/>
          </p:cNvSpPr>
          <p:nvPr/>
        </p:nvSpPr>
        <p:spPr>
          <a:xfrm xmlns:a="http://schemas.openxmlformats.org/drawingml/2006/main">
            <a:off x="5230368"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FC1D1A57-7267-47DF-A6E8-D38820968C0D}"/>
              </a:ext>
            </a:extLst>
          </p:cNvPr>
          <p:cNvSpPr>
            <a:spLocks xmlns:a="http://schemas.openxmlformats.org/drawingml/2006/main" noGrp="1"/>
          </p:cNvSpPr>
          <p:nvPr/>
        </p:nvSpPr>
        <p:spPr>
          <a:xfrm xmlns:a="http://schemas.openxmlformats.org/drawingml/2006/main">
            <a:off x="5861304"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C857"/>
                </a:solidFill>
                <a:latin typeface="Aptos"/>
                <a:ea typeface="Aptos"/>
                <a:cs typeface="Aptos"/>
              </a:rPr>
              <a:t>3</a:t>
            </a:r>
            <a:endParaRPr sz="2800"/>
          </a:p>
        </p:txBody>
      </p:sp>
      <p:sp>
        <p:nvSpPr>
          <p:cNvPr id="18" name="Text 16">
            <a:extLst xmlns:a="http://schemas.openxmlformats.org/drawingml/2006/main">
              <a:ext uri="{FF2B5EF4-FFF2-40B4-BE49-F238E27FC236}">
                <a16:creationId xmlns:a16="http://schemas.microsoft.com/office/drawing/2014/main" id="{B3AFA0C4-73E6-491D-A1ED-5DF56350B83C}"/>
              </a:ext>
            </a:extLst>
          </p:cNvPr>
          <p:cNvSpPr>
            <a:spLocks xmlns:a="http://schemas.openxmlformats.org/drawingml/2006/main" noGrp="1"/>
          </p:cNvSpPr>
          <p:nvPr/>
        </p:nvSpPr>
        <p:spPr>
          <a:xfrm xmlns:a="http://schemas.openxmlformats.org/drawingml/2006/main">
            <a:off x="5367528"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CONNECTION</a:t>
            </a:r>
            <a:endParaRPr sz="1000"/>
          </a:p>
        </p:txBody>
      </p:sp>
      <p:sp>
        <p:nvSpPr>
          <p:cNvPr id="19" name="Text 17">
            <a:extLst xmlns:a="http://schemas.openxmlformats.org/drawingml/2006/main">
              <a:ext uri="{FF2B5EF4-FFF2-40B4-BE49-F238E27FC236}">
                <a16:creationId xmlns:a16="http://schemas.microsoft.com/office/drawing/2014/main" id="{7A5CB15A-8C3F-439D-BF4E-48D8C705C26B}"/>
              </a:ext>
            </a:extLst>
          </p:cNvPr>
          <p:cNvSpPr>
            <a:spLocks xmlns:a="http://schemas.openxmlformats.org/drawingml/2006/main" noGrp="1"/>
          </p:cNvSpPr>
          <p:nvPr/>
        </p:nvSpPr>
        <p:spPr>
          <a:xfrm xmlns:a="http://schemas.openxmlformats.org/drawingml/2006/main">
            <a:off x="5394960"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Read-only</a:t>
            </a:r>
            <a:endParaRPr sz="1500"/>
          </a:p>
        </p:txBody>
      </p:sp>
      <p:sp>
        <p:nvSpPr>
          <p:cNvPr id="20" name="Shape 18">
            <a:extLst xmlns:a="http://schemas.openxmlformats.org/drawingml/2006/main">
              <a:ext uri="{FF2B5EF4-FFF2-40B4-BE49-F238E27FC236}">
                <a16:creationId xmlns:a16="http://schemas.microsoft.com/office/drawing/2014/main" id="{053FFC72-CCDF-4796-9D25-73E7A483F384}"/>
              </a:ext>
            </a:extLst>
          </p:cNvPr>
          <p:cNvSpPr>
            <a:spLocks xmlns:a="http://schemas.openxmlformats.org/drawingml/2006/main" noGrp="1"/>
          </p:cNvSpPr>
          <p:nvPr/>
        </p:nvSpPr>
        <p:spPr>
          <a:xfrm xmlns:a="http://schemas.openxmlformats.org/drawingml/2006/main">
            <a:off x="7543800"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31D7FF"/>
            </a:solidFill>
            <a:prstDash val="solid"/>
          </a:ln>
        </p:spPr>
      </p:sp>
      <p:sp>
        <p:nvSpPr>
          <p:cNvPr id="21" name="Text 19">
            <a:extLst xmlns:a="http://schemas.openxmlformats.org/drawingml/2006/main">
              <a:ext uri="{FF2B5EF4-FFF2-40B4-BE49-F238E27FC236}">
                <a16:creationId xmlns:a16="http://schemas.microsoft.com/office/drawing/2014/main" id="{332E3987-66A8-4EDF-991A-830886DD37BF}"/>
              </a:ext>
            </a:extLst>
          </p:cNvPr>
          <p:cNvSpPr>
            <a:spLocks xmlns:a="http://schemas.openxmlformats.org/drawingml/2006/main" noGrp="1"/>
          </p:cNvSpPr>
          <p:nvPr/>
        </p:nvSpPr>
        <p:spPr>
          <a:xfrm xmlns:a="http://schemas.openxmlformats.org/drawingml/2006/main">
            <a:off x="8174736"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31D7FF"/>
                </a:solidFill>
                <a:latin typeface="Aptos"/>
                <a:ea typeface="Aptos"/>
                <a:cs typeface="Aptos"/>
              </a:rPr>
              <a:t>4</a:t>
            </a:r>
            <a:endParaRPr sz="2800"/>
          </a:p>
        </p:txBody>
      </p:sp>
      <p:sp>
        <p:nvSpPr>
          <p:cNvPr id="22" name="Text 20">
            <a:extLst xmlns:a="http://schemas.openxmlformats.org/drawingml/2006/main">
              <a:ext uri="{FF2B5EF4-FFF2-40B4-BE49-F238E27FC236}">
                <a16:creationId xmlns:a16="http://schemas.microsoft.com/office/drawing/2014/main" id="{C98F5A2A-5299-4DB1-B170-223BAB5DA341}"/>
              </a:ext>
            </a:extLst>
          </p:cNvPr>
          <p:cNvSpPr>
            <a:spLocks xmlns:a="http://schemas.openxmlformats.org/drawingml/2006/main" noGrp="1"/>
          </p:cNvSpPr>
          <p:nvPr/>
        </p:nvSpPr>
        <p:spPr>
          <a:xfrm xmlns:a="http://schemas.openxmlformats.org/drawingml/2006/main">
            <a:off x="7680960"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EXECUTION</a:t>
            </a:r>
            <a:endParaRPr sz="1000"/>
          </a:p>
        </p:txBody>
      </p:sp>
      <p:sp>
        <p:nvSpPr>
          <p:cNvPr id="23" name="Text 21">
            <a:extLst xmlns:a="http://schemas.openxmlformats.org/drawingml/2006/main">
              <a:ext uri="{FF2B5EF4-FFF2-40B4-BE49-F238E27FC236}">
                <a16:creationId xmlns:a16="http://schemas.microsoft.com/office/drawing/2014/main" id="{28F158F7-28E4-4E2C-9661-0F111CA5BF89}"/>
              </a:ext>
            </a:extLst>
          </p:cNvPr>
          <p:cNvSpPr>
            <a:spLocks xmlns:a="http://schemas.openxmlformats.org/drawingml/2006/main" noGrp="1"/>
          </p:cNvSpPr>
          <p:nvPr/>
        </p:nvSpPr>
        <p:spPr>
          <a:xfrm xmlns:a="http://schemas.openxmlformats.org/drawingml/2006/main">
            <a:off x="7708392"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Timeout and row cap</a:t>
            </a:r>
            <a:endParaRPr sz="1500"/>
          </a:p>
        </p:txBody>
      </p:sp>
      <p:sp>
        <p:nvSpPr>
          <p:cNvPr id="24" name="Shape 22">
            <a:extLst xmlns:a="http://schemas.openxmlformats.org/drawingml/2006/main">
              <a:ext uri="{FF2B5EF4-FFF2-40B4-BE49-F238E27FC236}">
                <a16:creationId xmlns:a16="http://schemas.microsoft.com/office/drawing/2014/main" id="{A33F2CC5-4382-465A-97CE-1E80A5DE8CC9}"/>
              </a:ext>
            </a:extLst>
          </p:cNvPr>
          <p:cNvSpPr>
            <a:spLocks xmlns:a="http://schemas.openxmlformats.org/drawingml/2006/main" noGrp="1"/>
          </p:cNvSpPr>
          <p:nvPr/>
        </p:nvSpPr>
        <p:spPr>
          <a:xfrm xmlns:a="http://schemas.openxmlformats.org/drawingml/2006/main">
            <a:off x="9857232" y="1901952"/>
            <a:ext cx="1947672" cy="2926080"/>
          </a:xfrm>
          <a:prstGeom xmlns:a="http://schemas.openxmlformats.org/drawingml/2006/main" prst="roundRect">
            <a:avLst>
              <a:gd name="adj" fmla="val 7512"/>
            </a:avLst>
          </a:prstGeom>
          <a:solidFill xmlns:a="http://schemas.openxmlformats.org/drawingml/2006/main">
            <a:srgbClr val="122B3A"/>
          </a:solidFill>
          <a:ln xmlns:a="http://schemas.openxmlformats.org/drawingml/2006/main" w="12700">
            <a:solidFill>
              <a:srgbClr val="55E6A5"/>
            </a:solidFill>
            <a:prstDash val="solid"/>
          </a:ln>
        </p:spPr>
      </p:sp>
      <p:sp>
        <p:nvSpPr>
          <p:cNvPr id="25" name="Text 23">
            <a:extLst xmlns:a="http://schemas.openxmlformats.org/drawingml/2006/main">
              <a:ext uri="{FF2B5EF4-FFF2-40B4-BE49-F238E27FC236}">
                <a16:creationId xmlns:a16="http://schemas.microsoft.com/office/drawing/2014/main" id="{030DEFA1-4EA9-42B3-8B8E-9EE976CA468B}"/>
              </a:ext>
            </a:extLst>
          </p:cNvPr>
          <p:cNvSpPr>
            <a:spLocks xmlns:a="http://schemas.openxmlformats.org/drawingml/2006/main" noGrp="1"/>
          </p:cNvSpPr>
          <p:nvPr/>
        </p:nvSpPr>
        <p:spPr>
          <a:xfrm xmlns:a="http://schemas.openxmlformats.org/drawingml/2006/main">
            <a:off x="10488168"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55E6A5"/>
                </a:solidFill>
                <a:latin typeface="Aptos"/>
                <a:ea typeface="Aptos"/>
                <a:cs typeface="Aptos"/>
              </a:rPr>
              <a:t>5</a:t>
            </a:r>
            <a:endParaRPr sz="2800"/>
          </a:p>
        </p:txBody>
      </p:sp>
      <p:sp>
        <p:nvSpPr>
          <p:cNvPr id="26" name="Text 24">
            <a:extLst xmlns:a="http://schemas.openxmlformats.org/drawingml/2006/main">
              <a:ext uri="{FF2B5EF4-FFF2-40B4-BE49-F238E27FC236}">
                <a16:creationId xmlns:a16="http://schemas.microsoft.com/office/drawing/2014/main" id="{AB0C8CBC-97B4-404B-AFFA-02A9D2D8BC66}"/>
              </a:ext>
            </a:extLst>
          </p:cNvPr>
          <p:cNvSpPr>
            <a:spLocks xmlns:a="http://schemas.openxmlformats.org/drawingml/2006/main" noGrp="1"/>
          </p:cNvSpPr>
          <p:nvPr/>
        </p:nvSpPr>
        <p:spPr>
          <a:xfrm xmlns:a="http://schemas.openxmlformats.org/drawingml/2006/main">
            <a:off x="9994392"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AUDIT</a:t>
            </a:r>
            <a:endParaRPr sz="1000"/>
          </a:p>
        </p:txBody>
      </p:sp>
      <p:sp>
        <p:nvSpPr>
          <p:cNvPr id="27" name="Text 25">
            <a:extLst xmlns:a="http://schemas.openxmlformats.org/drawingml/2006/main">
              <a:ext uri="{FF2B5EF4-FFF2-40B4-BE49-F238E27FC236}">
                <a16:creationId xmlns:a16="http://schemas.microsoft.com/office/drawing/2014/main" id="{299CB9D2-6EBE-41DC-A21C-67F96BEF4E28}"/>
              </a:ext>
            </a:extLst>
          </p:cNvPr>
          <p:cNvSpPr>
            <a:spLocks xmlns:a="http://schemas.openxmlformats.org/drawingml/2006/main" noGrp="1"/>
          </p:cNvSpPr>
          <p:nvPr/>
        </p:nvSpPr>
        <p:spPr>
          <a:xfrm xmlns:a="http://schemas.openxmlformats.org/drawingml/2006/main">
            <a:off x="10021824"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Query records</a:t>
            </a:r>
            <a:endParaRPr sz="1500"/>
          </a:p>
        </p:txBody>
      </p:sp>
      <p:sp>
        <p:nvSpPr>
          <p:cNvPr id="28" name="Shape 26">
            <a:extLst xmlns:a="http://schemas.openxmlformats.org/drawingml/2006/main">
              <a:ext uri="{FF2B5EF4-FFF2-40B4-BE49-F238E27FC236}">
                <a16:creationId xmlns:a16="http://schemas.microsoft.com/office/drawing/2014/main" id="{7D83C13E-3EAE-4287-B2F8-AE0C4AB469C5}"/>
              </a:ext>
            </a:extLst>
          </p:cNvPr>
          <p:cNvSpPr>
            <a:spLocks xmlns:a="http://schemas.openxmlformats.org/drawingml/2006/main" noGrp="1"/>
          </p:cNvSpPr>
          <p:nvPr/>
        </p:nvSpPr>
        <p:spPr>
          <a:xfrm xmlns:a="http://schemas.openxmlformats.org/drawingml/2006/main">
            <a:off x="3236976" y="5376672"/>
            <a:ext cx="574243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9" name="Text 27">
            <a:extLst xmlns:a="http://schemas.openxmlformats.org/drawingml/2006/main">
              <a:ext uri="{FF2B5EF4-FFF2-40B4-BE49-F238E27FC236}">
                <a16:creationId xmlns:a16="http://schemas.microsoft.com/office/drawing/2014/main" id="{FB8B7DC3-6D56-4A81-942C-487427063758}"/>
              </a:ext>
            </a:extLst>
          </p:cNvPr>
          <p:cNvSpPr>
            <a:spLocks xmlns:a="http://schemas.openxmlformats.org/drawingml/2006/main" noGrp="1"/>
          </p:cNvSpPr>
          <p:nvPr/>
        </p:nvSpPr>
        <p:spPr>
          <a:xfrm xmlns:a="http://schemas.openxmlformats.org/drawingml/2006/main">
            <a:off x="3310128" y="5394960"/>
            <a:ext cx="55961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GENERATED SQL STILL NEEDS VALIDATION</a:t>
            </a:r>
            <a:endParaRPr sz="820"/>
          </a:p>
        </p:txBody>
      </p:sp>
    </p:spTree>
    <p:extLst>
      <p:ext uri="{BB962C8B-B14F-4D97-AF65-F5344CB8AC3E}">
        <p14:creationId xmlns:p14="http://schemas.microsoft.com/office/powerpoint/2010/main" val="100281668"/>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1C3B9BA-F79A-4B7B-BF06-098383FBFA0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542DFB8-30B7-403A-B041-C52F5CA2635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9146C3D-862F-4C31-95EF-7F57CC0719E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A65F5D05-9A87-4331-BFB4-05BB3DC5A55C}"/>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13 · ITERATION</a:t>
            </a:r>
            <a:endParaRPr sz="900"/>
          </a:p>
        </p:txBody>
      </p:sp>
      <p:sp>
        <p:nvSpPr>
          <p:cNvPr id="6" name="Text 4">
            <a:extLst xmlns:a="http://schemas.openxmlformats.org/drawingml/2006/main">
              <a:ext uri="{FF2B5EF4-FFF2-40B4-BE49-F238E27FC236}">
                <a16:creationId xmlns:a16="http://schemas.microsoft.com/office/drawing/2014/main" id="{69D86DB2-68CE-4F1D-97DA-E3A413C541A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Customer management and protected admin settings</a:t>
            </a:r>
            <a:endParaRPr sz="2700"/>
          </a:p>
        </p:txBody>
      </p:sp>
      <p:sp>
        <p:nvSpPr>
          <p:cNvPr id="7" name="Shape 5">
            <a:extLst xmlns:a="http://schemas.openxmlformats.org/drawingml/2006/main">
              <a:ext uri="{FF2B5EF4-FFF2-40B4-BE49-F238E27FC236}">
                <a16:creationId xmlns:a16="http://schemas.microsoft.com/office/drawing/2014/main" id="{498A303D-53F3-4F18-96C2-6C0B9504F89D}"/>
              </a:ext>
            </a:extLst>
          </p:cNvPr>
          <p:cNvSpPr>
            <a:spLocks xmlns:a="http://schemas.openxmlformats.org/drawingml/2006/main" noGrp="1"/>
          </p:cNvSpPr>
          <p:nvPr/>
        </p:nvSpPr>
        <p:spPr>
          <a:xfrm xmlns:a="http://schemas.openxmlformats.org/drawingml/2006/main">
            <a:off x="67665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A62A588D-578A-4AE7-AC47-9A4DD30021F5}"/>
              </a:ext>
            </a:extLst>
          </p:cNvPr>
          <p:cNvSpPr>
            <a:spLocks xmlns:a="http://schemas.openxmlformats.org/drawingml/2006/main" noGrp="1"/>
          </p:cNvSpPr>
          <p:nvPr/>
        </p:nvSpPr>
        <p:spPr>
          <a:xfrm xmlns:a="http://schemas.openxmlformats.org/drawingml/2006/main">
            <a:off x="84124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600" b="1">
                <a:solidFill>
                  <a:srgbClr val="31D7FF"/>
                </a:solidFill>
                <a:latin typeface="Aptos"/>
                <a:ea typeface="Aptos"/>
                <a:cs typeface="Aptos"/>
              </a:rPr>
              <a:t>Customers</a:t>
            </a:r>
            <a:endParaRPr sz="1600"/>
          </a:p>
        </p:txBody>
      </p:sp>
      <p:sp>
        <p:nvSpPr>
          <p:cNvPr id="9" name="Text 7">
            <a:extLst xmlns:a="http://schemas.openxmlformats.org/drawingml/2006/main">
              <a:ext uri="{FF2B5EF4-FFF2-40B4-BE49-F238E27FC236}">
                <a16:creationId xmlns:a16="http://schemas.microsoft.com/office/drawing/2014/main" id="{134A8244-AB1B-49B2-B0CF-59A38AC5DD7C}"/>
              </a:ext>
            </a:extLst>
          </p:cNvPr>
          <p:cNvSpPr>
            <a:spLocks xmlns:a="http://schemas.openxmlformats.org/drawingml/2006/main" noGrp="1"/>
          </p:cNvSpPr>
          <p:nvPr/>
        </p:nvSpPr>
        <p:spPr>
          <a:xfrm xmlns:a="http://schemas.openxmlformats.org/drawingml/2006/main">
            <a:off x="84124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CRUD and validation</a:t>
            </a:r>
            <a:endParaRPr sz="1050"/>
          </a:p>
        </p:txBody>
      </p:sp>
      <p:sp>
        <p:nvSpPr>
          <p:cNvPr id="10" name="Shape 8">
            <a:extLst xmlns:a="http://schemas.openxmlformats.org/drawingml/2006/main">
              <a:ext uri="{FF2B5EF4-FFF2-40B4-BE49-F238E27FC236}">
                <a16:creationId xmlns:a16="http://schemas.microsoft.com/office/drawing/2014/main" id="{579FC487-BD9C-4586-B8BB-32ED0E7D9F5F}"/>
              </a:ext>
            </a:extLst>
          </p:cNvPr>
          <p:cNvSpPr>
            <a:spLocks xmlns:a="http://schemas.openxmlformats.org/drawingml/2006/main" noGrp="1"/>
          </p:cNvSpPr>
          <p:nvPr/>
        </p:nvSpPr>
        <p:spPr>
          <a:xfrm xmlns:a="http://schemas.openxmlformats.org/drawingml/2006/main">
            <a:off x="355701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BD97FC9E-7591-4244-B86E-37F97BFC2550}"/>
              </a:ext>
            </a:extLst>
          </p:cNvPr>
          <p:cNvSpPr>
            <a:spLocks xmlns:a="http://schemas.openxmlformats.org/drawingml/2006/main" noGrp="1"/>
          </p:cNvSpPr>
          <p:nvPr/>
        </p:nvSpPr>
        <p:spPr>
          <a:xfrm xmlns:a="http://schemas.openxmlformats.org/drawingml/2006/main">
            <a:off x="372160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8A5CFF"/>
                </a:solidFill>
                <a:latin typeface="Aptos"/>
                <a:ea typeface="Aptos"/>
                <a:cs typeface="Aptos"/>
              </a:rPr>
              <a:t>Admin</a:t>
            </a:r>
            <a:endParaRPr sz="1600"/>
          </a:p>
        </p:txBody>
      </p:sp>
      <p:sp>
        <p:nvSpPr>
          <p:cNvPr id="12" name="Text 10">
            <a:extLst xmlns:a="http://schemas.openxmlformats.org/drawingml/2006/main">
              <a:ext uri="{FF2B5EF4-FFF2-40B4-BE49-F238E27FC236}">
                <a16:creationId xmlns:a16="http://schemas.microsoft.com/office/drawing/2014/main" id="{CB54E218-C732-4483-8B6B-659B236D78B4}"/>
              </a:ext>
            </a:extLst>
          </p:cNvPr>
          <p:cNvSpPr>
            <a:spLocks xmlns:a="http://schemas.openxmlformats.org/drawingml/2006/main" noGrp="1"/>
          </p:cNvSpPr>
          <p:nvPr/>
        </p:nvSpPr>
        <p:spPr>
          <a:xfrm xmlns:a="http://schemas.openxmlformats.org/drawingml/2006/main">
            <a:off x="372160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Encrypted API key</a:t>
            </a:r>
            <a:endParaRPr sz="1050"/>
          </a:p>
        </p:txBody>
      </p:sp>
      <p:sp>
        <p:nvSpPr>
          <p:cNvPr id="13" name="Shape 11">
            <a:extLst xmlns:a="http://schemas.openxmlformats.org/drawingml/2006/main">
              <a:ext uri="{FF2B5EF4-FFF2-40B4-BE49-F238E27FC236}">
                <a16:creationId xmlns:a16="http://schemas.microsoft.com/office/drawing/2014/main" id="{974840F1-A978-485B-BC1E-6F2248E78AEE}"/>
              </a:ext>
            </a:extLst>
          </p:cNvPr>
          <p:cNvSpPr>
            <a:spLocks xmlns:a="http://schemas.openxmlformats.org/drawingml/2006/main" noGrp="1"/>
          </p:cNvSpPr>
          <p:nvPr/>
        </p:nvSpPr>
        <p:spPr>
          <a:xfrm xmlns:a="http://schemas.openxmlformats.org/drawingml/2006/main">
            <a:off x="643737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7A30F3BE-85B5-436F-AB2E-ABA00A4FB446}"/>
              </a:ext>
            </a:extLst>
          </p:cNvPr>
          <p:cNvSpPr>
            <a:spLocks xmlns:a="http://schemas.openxmlformats.org/drawingml/2006/main" noGrp="1"/>
          </p:cNvSpPr>
          <p:nvPr/>
        </p:nvSpPr>
        <p:spPr>
          <a:xfrm xmlns:a="http://schemas.openxmlformats.org/drawingml/2006/main">
            <a:off x="660196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600" b="1">
                <a:solidFill>
                  <a:srgbClr val="FF6B6B"/>
                </a:solidFill>
                <a:latin typeface="Aptos"/>
                <a:ea typeface="Aptos"/>
                <a:cs typeface="Aptos"/>
              </a:rPr>
              <a:t>Navigation</a:t>
            </a:r>
            <a:endParaRPr sz="1600"/>
          </a:p>
        </p:txBody>
      </p:sp>
      <p:sp>
        <p:nvSpPr>
          <p:cNvPr id="15" name="Text 13">
            <a:extLst xmlns:a="http://schemas.openxmlformats.org/drawingml/2006/main">
              <a:ext uri="{FF2B5EF4-FFF2-40B4-BE49-F238E27FC236}">
                <a16:creationId xmlns:a16="http://schemas.microsoft.com/office/drawing/2014/main" id="{0A8EF154-177A-4E3E-B051-5C93920F2254}"/>
              </a:ext>
            </a:extLst>
          </p:cNvPr>
          <p:cNvSpPr>
            <a:spLocks xmlns:a="http://schemas.openxmlformats.org/drawingml/2006/main" noGrp="1"/>
          </p:cNvSpPr>
          <p:nvPr/>
        </p:nvSpPr>
        <p:spPr>
          <a:xfrm xmlns:a="http://schemas.openxmlformats.org/drawingml/2006/main">
            <a:off x="660196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HTMX no-cache</a:t>
            </a:r>
            <a:endParaRPr sz="1050"/>
          </a:p>
        </p:txBody>
      </p:sp>
      <p:sp>
        <p:nvSpPr>
          <p:cNvPr id="16" name="Shape 14">
            <a:extLst xmlns:a="http://schemas.openxmlformats.org/drawingml/2006/main">
              <a:ext uri="{FF2B5EF4-FFF2-40B4-BE49-F238E27FC236}">
                <a16:creationId xmlns:a16="http://schemas.microsoft.com/office/drawing/2014/main" id="{7ECE510F-3E1E-4499-BE9C-FE7AA5E08D46}"/>
              </a:ext>
            </a:extLst>
          </p:cNvPr>
          <p:cNvSpPr>
            <a:spLocks xmlns:a="http://schemas.openxmlformats.org/drawingml/2006/main" noGrp="1"/>
          </p:cNvSpPr>
          <p:nvPr/>
        </p:nvSpPr>
        <p:spPr>
          <a:xfrm xmlns:a="http://schemas.openxmlformats.org/drawingml/2006/main">
            <a:off x="931773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899CDA35-7269-4542-B223-B09E27661895}"/>
              </a:ext>
            </a:extLst>
          </p:cNvPr>
          <p:cNvSpPr>
            <a:spLocks xmlns:a="http://schemas.openxmlformats.org/drawingml/2006/main" noGrp="1"/>
          </p:cNvSpPr>
          <p:nvPr/>
        </p:nvSpPr>
        <p:spPr>
          <a:xfrm xmlns:a="http://schemas.openxmlformats.org/drawingml/2006/main">
            <a:off x="948232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55E6A5"/>
                </a:solidFill>
                <a:latin typeface="Aptos"/>
                <a:ea typeface="Aptos"/>
                <a:cs typeface="Aptos"/>
              </a:rPr>
              <a:t>Roles</a:t>
            </a:r>
            <a:endParaRPr sz="1600"/>
          </a:p>
        </p:txBody>
      </p:sp>
      <p:sp>
        <p:nvSpPr>
          <p:cNvPr id="18" name="Text 16">
            <a:extLst xmlns:a="http://schemas.openxmlformats.org/drawingml/2006/main">
              <a:ext uri="{FF2B5EF4-FFF2-40B4-BE49-F238E27FC236}">
                <a16:creationId xmlns:a16="http://schemas.microsoft.com/office/drawing/2014/main" id="{9DF205DC-19E3-4C5B-B06B-F09EA937CD02}"/>
              </a:ext>
            </a:extLst>
          </p:cNvPr>
          <p:cNvSpPr>
            <a:spLocks xmlns:a="http://schemas.openxmlformats.org/drawingml/2006/main" noGrp="1"/>
          </p:cNvSpPr>
          <p:nvPr/>
        </p:nvSpPr>
        <p:spPr>
          <a:xfrm xmlns:a="http://schemas.openxmlformats.org/drawingml/2006/main">
            <a:off x="948232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Role-aware sidebar</a:t>
            </a:r>
            <a:endParaRPr sz="1050"/>
          </a:p>
        </p:txBody>
      </p:sp>
      <p:sp>
        <p:nvSpPr>
          <p:cNvPr id="19" name="Shape 17">
            <a:extLst xmlns:a="http://schemas.openxmlformats.org/drawingml/2006/main">
              <a:ext uri="{FF2B5EF4-FFF2-40B4-BE49-F238E27FC236}">
                <a16:creationId xmlns:a16="http://schemas.microsoft.com/office/drawing/2014/main" id="{59C51359-D916-484B-9E8A-936D87C62CF3}"/>
              </a:ext>
            </a:extLst>
          </p:cNvPr>
          <p:cNvSpPr>
            <a:spLocks xmlns:a="http://schemas.openxmlformats.org/drawingml/2006/main" noGrp="1"/>
          </p:cNvSpPr>
          <p:nvPr/>
        </p:nvSpPr>
        <p:spPr>
          <a:xfrm xmlns:a="http://schemas.openxmlformats.org/drawingml/2006/main">
            <a:off x="786384" y="3584448"/>
            <a:ext cx="10588752" cy="1572768"/>
          </a:xfrm>
          <a:prstGeom xmlns:a="http://schemas.openxmlformats.org/drawingml/2006/main" prst="roundRect">
            <a:avLst>
              <a:gd name="adj" fmla="val 9302"/>
            </a:avLst>
          </a:prstGeom>
          <a:solidFill xmlns:a="http://schemas.openxmlformats.org/drawingml/2006/main">
            <a:srgbClr val="0B1A2A"/>
          </a:solidFill>
          <a:ln xmlns:a="http://schemas.openxmlformats.org/drawingml/2006/main" w="12700">
            <a:solidFill>
              <a:srgbClr val="8A5CFF"/>
            </a:solidFill>
            <a:prstDash val="solid"/>
          </a:ln>
        </p:spPr>
      </p:sp>
      <p:sp>
        <p:nvSpPr>
          <p:cNvPr id="20" name="Text 18">
            <a:extLst xmlns:a="http://schemas.openxmlformats.org/drawingml/2006/main">
              <a:ext uri="{FF2B5EF4-FFF2-40B4-BE49-F238E27FC236}">
                <a16:creationId xmlns:a16="http://schemas.microsoft.com/office/drawing/2014/main" id="{BB62B370-651E-4407-9E40-2D871060EA53}"/>
              </a:ext>
            </a:extLst>
          </p:cNvPr>
          <p:cNvSpPr>
            <a:spLocks xmlns:a="http://schemas.openxmlformats.org/drawingml/2006/main" noGrp="1"/>
          </p:cNvSpPr>
          <p:nvPr/>
        </p:nvSpPr>
        <p:spPr>
          <a:xfrm xmlns:a="http://schemas.openxmlformats.org/drawingml/2006/main">
            <a:off x="1024128" y="3831336"/>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31D7FF"/>
                </a:solidFill>
                <a:latin typeface="Aptos"/>
                <a:ea typeface="Aptos"/>
                <a:cs typeface="Aptos"/>
              </a:rPr>
              <a:t>ADMIN</a:t>
            </a:r>
            <a:endParaRPr sz="1200"/>
          </a:p>
        </p:txBody>
      </p:sp>
      <p:sp>
        <p:nvSpPr>
          <p:cNvPr id="21" name="Shape 19">
            <a:extLst xmlns:a="http://schemas.openxmlformats.org/drawingml/2006/main">
              <a:ext uri="{FF2B5EF4-FFF2-40B4-BE49-F238E27FC236}">
                <a16:creationId xmlns:a16="http://schemas.microsoft.com/office/drawing/2014/main" id="{552831BB-AC78-4A93-B7EC-FE39858A26C3}"/>
              </a:ext>
            </a:extLst>
          </p:cNvPr>
          <p:cNvSpPr>
            <a:spLocks xmlns:a="http://schemas.openxmlformats.org/drawingml/2006/main" noGrp="1"/>
          </p:cNvSpPr>
          <p:nvPr/>
        </p:nvSpPr>
        <p:spPr>
          <a:xfrm xmlns:a="http://schemas.openxmlformats.org/drawingml/2006/main">
            <a:off x="1993392" y="3986784"/>
            <a:ext cx="768096"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2" name="Text 20">
            <a:extLst xmlns:a="http://schemas.openxmlformats.org/drawingml/2006/main">
              <a:ext uri="{FF2B5EF4-FFF2-40B4-BE49-F238E27FC236}">
                <a16:creationId xmlns:a16="http://schemas.microsoft.com/office/drawing/2014/main" id="{8FE0C031-D740-47B4-913C-81055A38E2F3}"/>
              </a:ext>
            </a:extLst>
          </p:cNvPr>
          <p:cNvSpPr>
            <a:spLocks xmlns:a="http://schemas.openxmlformats.org/drawingml/2006/main" noGrp="1"/>
          </p:cNvSpPr>
          <p:nvPr/>
        </p:nvSpPr>
        <p:spPr>
          <a:xfrm xmlns:a="http://schemas.openxmlformats.org/drawingml/2006/main">
            <a:off x="2907792" y="3831336"/>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FORM</a:t>
            </a:r>
            <a:endParaRPr sz="1200"/>
          </a:p>
        </p:txBody>
      </p:sp>
      <p:sp>
        <p:nvSpPr>
          <p:cNvPr id="23" name="Shape 21">
            <a:extLst xmlns:a="http://schemas.openxmlformats.org/drawingml/2006/main">
              <a:ext uri="{FF2B5EF4-FFF2-40B4-BE49-F238E27FC236}">
                <a16:creationId xmlns:a16="http://schemas.microsoft.com/office/drawing/2014/main" id="{FBCD2743-8F29-43FC-8F06-5859F0C6FDF9}"/>
              </a:ext>
            </a:extLst>
          </p:cNvPr>
          <p:cNvSpPr>
            <a:spLocks xmlns:a="http://schemas.openxmlformats.org/drawingml/2006/main" noGrp="1"/>
          </p:cNvSpPr>
          <p:nvPr/>
        </p:nvSpPr>
        <p:spPr>
          <a:xfrm xmlns:a="http://schemas.openxmlformats.org/drawingml/2006/main">
            <a:off x="3767328" y="3986784"/>
            <a:ext cx="84124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4" name="Text 22">
            <a:extLst xmlns:a="http://schemas.openxmlformats.org/drawingml/2006/main">
              <a:ext uri="{FF2B5EF4-FFF2-40B4-BE49-F238E27FC236}">
                <a16:creationId xmlns:a16="http://schemas.microsoft.com/office/drawing/2014/main" id="{A66399C2-DF80-4129-BC79-FF9E49561165}"/>
              </a:ext>
            </a:extLst>
          </p:cNvPr>
          <p:cNvSpPr>
            <a:spLocks xmlns:a="http://schemas.openxmlformats.org/drawingml/2006/main" noGrp="1"/>
          </p:cNvSpPr>
          <p:nvPr/>
        </p:nvSpPr>
        <p:spPr>
          <a:xfrm xmlns:a="http://schemas.openxmlformats.org/drawingml/2006/main">
            <a:off x="4736592" y="3831336"/>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8A5CFF"/>
                </a:solidFill>
                <a:latin typeface="Aptos"/>
                <a:ea typeface="Aptos"/>
                <a:cs typeface="Aptos"/>
              </a:rPr>
              <a:t>AES-GCM</a:t>
            </a:r>
            <a:endParaRPr sz="1200"/>
          </a:p>
        </p:txBody>
      </p:sp>
      <p:sp>
        <p:nvSpPr>
          <p:cNvPr id="25" name="Shape 23">
            <a:extLst xmlns:a="http://schemas.openxmlformats.org/drawingml/2006/main">
              <a:ext uri="{FF2B5EF4-FFF2-40B4-BE49-F238E27FC236}">
                <a16:creationId xmlns:a16="http://schemas.microsoft.com/office/drawing/2014/main" id="{21FE2A1B-FA53-4415-BFF6-457880559358}"/>
              </a:ext>
            </a:extLst>
          </p:cNvPr>
          <p:cNvSpPr>
            <a:spLocks xmlns:a="http://schemas.openxmlformats.org/drawingml/2006/main" noGrp="1"/>
          </p:cNvSpPr>
          <p:nvPr/>
        </p:nvSpPr>
        <p:spPr>
          <a:xfrm xmlns:a="http://schemas.openxmlformats.org/drawingml/2006/main">
            <a:off x="6016752" y="3986784"/>
            <a:ext cx="822960"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6" name="Text 24">
            <a:extLst xmlns:a="http://schemas.openxmlformats.org/drawingml/2006/main">
              <a:ext uri="{FF2B5EF4-FFF2-40B4-BE49-F238E27FC236}">
                <a16:creationId xmlns:a16="http://schemas.microsoft.com/office/drawing/2014/main" id="{FDF3C2C1-787B-4D62-824E-109921D42311}"/>
              </a:ext>
            </a:extLst>
          </p:cNvPr>
          <p:cNvSpPr>
            <a:spLocks xmlns:a="http://schemas.openxmlformats.org/drawingml/2006/main" noGrp="1"/>
          </p:cNvSpPr>
          <p:nvPr/>
        </p:nvSpPr>
        <p:spPr>
          <a:xfrm xmlns:a="http://schemas.openxmlformats.org/drawingml/2006/main">
            <a:off x="6976872" y="3831336"/>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SQLITE</a:t>
            </a:r>
            <a:endParaRPr sz="1200"/>
          </a:p>
        </p:txBody>
      </p:sp>
      <p:sp>
        <p:nvSpPr>
          <p:cNvPr id="27" name="Shape 25">
            <a:extLst xmlns:a="http://schemas.openxmlformats.org/drawingml/2006/main">
              <a:ext uri="{FF2B5EF4-FFF2-40B4-BE49-F238E27FC236}">
                <a16:creationId xmlns:a16="http://schemas.microsoft.com/office/drawing/2014/main" id="{533B8CD8-37BE-42A1-A41D-818AC545377B}"/>
              </a:ext>
            </a:extLst>
          </p:cNvPr>
          <p:cNvSpPr>
            <a:spLocks xmlns:a="http://schemas.openxmlformats.org/drawingml/2006/main" noGrp="1"/>
          </p:cNvSpPr>
          <p:nvPr/>
        </p:nvSpPr>
        <p:spPr>
          <a:xfrm xmlns:a="http://schemas.openxmlformats.org/drawingml/2006/main">
            <a:off x="8119872" y="3986784"/>
            <a:ext cx="786384"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
        <p:nvSpPr>
          <p:cNvPr id="28" name="Text 26">
            <a:extLst xmlns:a="http://schemas.openxmlformats.org/drawingml/2006/main">
              <a:ext uri="{FF2B5EF4-FFF2-40B4-BE49-F238E27FC236}">
                <a16:creationId xmlns:a16="http://schemas.microsoft.com/office/drawing/2014/main" id="{5FA1C02A-932D-4BA7-B824-D2AB5AAD9CB3}"/>
              </a:ext>
            </a:extLst>
          </p:cNvPr>
          <p:cNvSpPr>
            <a:spLocks xmlns:a="http://schemas.openxmlformats.org/drawingml/2006/main" noGrp="1"/>
          </p:cNvSpPr>
          <p:nvPr/>
        </p:nvSpPr>
        <p:spPr>
          <a:xfrm xmlns:a="http://schemas.openxmlformats.org/drawingml/2006/main">
            <a:off x="9052560" y="383133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55E6A5"/>
                </a:solidFill>
                <a:latin typeface="Aptos"/>
                <a:ea typeface="Aptos"/>
                <a:cs typeface="Aptos"/>
              </a:rPr>
              <a:t>MASK ••••1234</a:t>
            </a:r>
            <a:endParaRPr sz="1200"/>
          </a:p>
        </p:txBody>
      </p:sp>
      <p:sp>
        <p:nvSpPr>
          <p:cNvPr id="29" name="Text 27">
            <a:extLst xmlns:a="http://schemas.openxmlformats.org/drawingml/2006/main">
              <a:ext uri="{FF2B5EF4-FFF2-40B4-BE49-F238E27FC236}">
                <a16:creationId xmlns:a16="http://schemas.microsoft.com/office/drawing/2014/main" id="{EC0E3199-EC0F-4DC0-A88D-68E39A0DDCC1}"/>
              </a:ext>
            </a:extLst>
          </p:cNvPr>
          <p:cNvSpPr>
            <a:spLocks xmlns:a="http://schemas.openxmlformats.org/drawingml/2006/main" noGrp="1"/>
          </p:cNvSpPr>
          <p:nvPr/>
        </p:nvSpPr>
        <p:spPr>
          <a:xfrm xmlns:a="http://schemas.openxmlformats.org/drawingml/2006/main">
            <a:off x="3054096" y="4617720"/>
            <a:ext cx="6217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50">
                <a:solidFill>
                  <a:srgbClr val="A7B3C7"/>
                </a:solidFill>
                <a:latin typeface="Aptos"/>
                <a:ea typeface="Aptos"/>
                <a:cs typeface="Aptos"/>
              </a:rPr>
              <a:t>SHA-256 of SESSION_SECRET, decrypt on read</a:t>
            </a:r>
            <a:endParaRPr sz="950"/>
          </a:p>
        </p:txBody>
      </p:sp>
      <p:sp>
        <p:nvSpPr>
          <p:cNvPr id="30" name="Shape 28">
            <a:extLst xmlns:a="http://schemas.openxmlformats.org/drawingml/2006/main">
              <a:ext uri="{FF2B5EF4-FFF2-40B4-BE49-F238E27FC236}">
                <a16:creationId xmlns:a16="http://schemas.microsoft.com/office/drawing/2014/main" id="{A2BF75B8-E699-4C3F-858B-1A37FC109A22}"/>
              </a:ext>
            </a:extLst>
          </p:cNvPr>
          <p:cNvSpPr>
            <a:spLocks xmlns:a="http://schemas.openxmlformats.org/drawingml/2006/main" noGrp="1"/>
          </p:cNvSpPr>
          <p:nvPr/>
        </p:nvSpPr>
        <p:spPr>
          <a:xfrm xmlns:a="http://schemas.openxmlformats.org/drawingml/2006/main">
            <a:off x="4453128" y="5614416"/>
            <a:ext cx="3273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31" name="Text 29">
            <a:extLst xmlns:a="http://schemas.openxmlformats.org/drawingml/2006/main">
              <a:ext uri="{FF2B5EF4-FFF2-40B4-BE49-F238E27FC236}">
                <a16:creationId xmlns:a16="http://schemas.microsoft.com/office/drawing/2014/main" id="{16544045-9DC2-468D-A142-996399B8A8C0}"/>
              </a:ext>
            </a:extLst>
          </p:cNvPr>
          <p:cNvSpPr>
            <a:spLocks xmlns:a="http://schemas.openxmlformats.org/drawingml/2006/main" noGrp="1"/>
          </p:cNvSpPr>
          <p:nvPr/>
        </p:nvSpPr>
        <p:spPr>
          <a:xfrm xmlns:a="http://schemas.openxmlformats.org/drawingml/2006/main">
            <a:off x="4526280" y="5632704"/>
            <a:ext cx="3127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ENGLISH DEFAULT · SPANISH AVAILABLE</a:t>
            </a:r>
            <a:endParaRPr sz="820"/>
          </a:p>
        </p:txBody>
      </p:sp>
    </p:spTree>
    <p:extLst>
      <p:ext uri="{BB962C8B-B14F-4D97-AF65-F5344CB8AC3E}">
        <p14:creationId xmlns:p14="http://schemas.microsoft.com/office/powerpoint/2010/main" val="1060247691"/>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35C161-E17A-4ACB-B97F-83741B858FD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6839705-601A-4517-A48E-742528DC578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22A43545-50C8-44CE-A099-0D9714BAB67B}"/>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D0DEC09-0EE9-420E-8F1A-515308F15D78}"/>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14 · DEMO</a:t>
            </a:r>
            <a:endParaRPr sz="900"/>
          </a:p>
        </p:txBody>
      </p:sp>
      <p:sp>
        <p:nvSpPr>
          <p:cNvPr id="6" name="Text 4">
            <a:extLst xmlns:a="http://schemas.openxmlformats.org/drawingml/2006/main">
              <a:ext uri="{FF2B5EF4-FFF2-40B4-BE49-F238E27FC236}">
                <a16:creationId xmlns:a16="http://schemas.microsoft.com/office/drawing/2014/main" id="{3FF396ED-150D-4A58-BC5D-CBA53C82B27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Questions for your POS</a:t>
            </a:r>
            <a:endParaRPr sz="2700"/>
          </a:p>
        </p:txBody>
      </p:sp>
      <p:sp>
        <p:nvSpPr>
          <p:cNvPr id="7" name="Text 5">
            <a:extLst xmlns:a="http://schemas.openxmlformats.org/drawingml/2006/main">
              <a:ext uri="{FF2B5EF4-FFF2-40B4-BE49-F238E27FC236}">
                <a16:creationId xmlns:a16="http://schemas.microsoft.com/office/drawing/2014/main" id="{5F8C4F7F-1A59-4592-AEF9-800CCFF8BB9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working application flow.</a:t>
            </a:r>
            <a:endParaRPr sz="1150"/>
          </a:p>
        </p:txBody>
      </p:sp>
      <p:sp>
        <p:nvSpPr>
          <p:cNvPr id="8" name="Shape 6">
            <a:extLst xmlns:a="http://schemas.openxmlformats.org/drawingml/2006/main">
              <a:ext uri="{FF2B5EF4-FFF2-40B4-BE49-F238E27FC236}">
                <a16:creationId xmlns:a16="http://schemas.microsoft.com/office/drawing/2014/main" id="{3300A0F1-CF24-4D57-92DE-09283F35D1D2}"/>
              </a:ext>
            </a:extLst>
          </p:cNvPr>
          <p:cNvSpPr>
            <a:spLocks xmlns:a="http://schemas.openxmlformats.org/drawingml/2006/main" noGrp="1"/>
          </p:cNvSpPr>
          <p:nvPr/>
        </p:nvSpPr>
        <p:spPr>
          <a:xfrm xmlns:a="http://schemas.openxmlformats.org/drawingml/2006/main">
            <a:off x="932688" y="176479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D2DB3A09-B79B-407F-BBF5-F8E0BA6BFD6A}"/>
              </a:ext>
            </a:extLst>
          </p:cNvPr>
          <p:cNvSpPr>
            <a:spLocks xmlns:a="http://schemas.openxmlformats.org/drawingml/2006/main" noGrp="1"/>
          </p:cNvSpPr>
          <p:nvPr/>
        </p:nvSpPr>
        <p:spPr>
          <a:xfrm xmlns:a="http://schemas.openxmlformats.org/drawingml/2006/main">
            <a:off x="1234440" y="160020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01</a:t>
            </a:r>
            <a:endParaRPr sz="900"/>
          </a:p>
        </p:txBody>
      </p:sp>
      <p:sp>
        <p:nvSpPr>
          <p:cNvPr id="10" name="Text 8">
            <a:extLst xmlns:a="http://schemas.openxmlformats.org/drawingml/2006/main">
              <a:ext uri="{FF2B5EF4-FFF2-40B4-BE49-F238E27FC236}">
                <a16:creationId xmlns:a16="http://schemas.microsoft.com/office/drawing/2014/main" id="{65E5FBDF-1FB3-4A1F-B3DE-65BDD9263085}"/>
              </a:ext>
            </a:extLst>
          </p:cNvPr>
          <p:cNvSpPr>
            <a:spLocks xmlns:a="http://schemas.openxmlformats.org/drawingml/2006/main" noGrp="1"/>
          </p:cNvSpPr>
          <p:nvPr/>
        </p:nvSpPr>
        <p:spPr>
          <a:xfrm xmlns:a="http://schemas.openxmlformats.org/drawingml/2006/main">
            <a:off x="1764792" y="160020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PIN login</a:t>
            </a:r>
            <a:endParaRPr sz="1500"/>
          </a:p>
        </p:txBody>
      </p:sp>
      <p:sp>
        <p:nvSpPr>
          <p:cNvPr id="11" name="Shape 9">
            <a:extLst xmlns:a="http://schemas.openxmlformats.org/drawingml/2006/main">
              <a:ext uri="{FF2B5EF4-FFF2-40B4-BE49-F238E27FC236}">
                <a16:creationId xmlns:a16="http://schemas.microsoft.com/office/drawing/2014/main" id="{7E9CAB5A-98BF-47A2-9D5C-093755215860}"/>
              </a:ext>
            </a:extLst>
          </p:cNvPr>
          <p:cNvSpPr>
            <a:spLocks xmlns:a="http://schemas.openxmlformats.org/drawingml/2006/main" noGrp="1"/>
          </p:cNvSpPr>
          <p:nvPr/>
        </p:nvSpPr>
        <p:spPr>
          <a:xfrm xmlns:a="http://schemas.openxmlformats.org/drawingml/2006/main">
            <a:off x="932688" y="2478024"/>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2" name="Text 10">
            <a:extLst xmlns:a="http://schemas.openxmlformats.org/drawingml/2006/main">
              <a:ext uri="{FF2B5EF4-FFF2-40B4-BE49-F238E27FC236}">
                <a16:creationId xmlns:a16="http://schemas.microsoft.com/office/drawing/2014/main" id="{B7426527-C552-45AA-B5FE-40A6FBFBF918}"/>
              </a:ext>
            </a:extLst>
          </p:cNvPr>
          <p:cNvSpPr>
            <a:spLocks xmlns:a="http://schemas.openxmlformats.org/drawingml/2006/main" noGrp="1"/>
          </p:cNvSpPr>
          <p:nvPr/>
        </p:nvSpPr>
        <p:spPr>
          <a:xfrm xmlns:a="http://schemas.openxmlformats.org/drawingml/2006/main">
            <a:off x="1234440" y="2313432"/>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02</a:t>
            </a:r>
            <a:endParaRPr sz="900"/>
          </a:p>
        </p:txBody>
      </p:sp>
      <p:sp>
        <p:nvSpPr>
          <p:cNvPr id="13" name="Text 11">
            <a:extLst xmlns:a="http://schemas.openxmlformats.org/drawingml/2006/main">
              <a:ext uri="{FF2B5EF4-FFF2-40B4-BE49-F238E27FC236}">
                <a16:creationId xmlns:a16="http://schemas.microsoft.com/office/drawing/2014/main" id="{FBB77CDD-2818-46A8-B5FC-9828C285D3DA}"/>
              </a:ext>
            </a:extLst>
          </p:cNvPr>
          <p:cNvSpPr>
            <a:spLocks xmlns:a="http://schemas.openxmlformats.org/drawingml/2006/main" noGrp="1"/>
          </p:cNvSpPr>
          <p:nvPr/>
        </p:nvSpPr>
        <p:spPr>
          <a:xfrm xmlns:a="http://schemas.openxmlformats.org/drawingml/2006/main">
            <a:off x="1764792" y="2313432"/>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Create a product</a:t>
            </a:r>
            <a:endParaRPr sz="1500"/>
          </a:p>
        </p:txBody>
      </p:sp>
      <p:sp>
        <p:nvSpPr>
          <p:cNvPr id="14" name="Shape 12">
            <a:extLst xmlns:a="http://schemas.openxmlformats.org/drawingml/2006/main">
              <a:ext uri="{FF2B5EF4-FFF2-40B4-BE49-F238E27FC236}">
                <a16:creationId xmlns:a16="http://schemas.microsoft.com/office/drawing/2014/main" id="{071E671A-FFE0-4D98-9E02-3EE8B1A158BF}"/>
              </a:ext>
            </a:extLst>
          </p:cNvPr>
          <p:cNvSpPr>
            <a:spLocks xmlns:a="http://schemas.openxmlformats.org/drawingml/2006/main" noGrp="1"/>
          </p:cNvSpPr>
          <p:nvPr/>
        </p:nvSpPr>
        <p:spPr>
          <a:xfrm xmlns:a="http://schemas.openxmlformats.org/drawingml/2006/main">
            <a:off x="932688" y="3191256"/>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2ACFAAF9-E4F2-4F1C-BA45-9BDC92AF92BB}"/>
              </a:ext>
            </a:extLst>
          </p:cNvPr>
          <p:cNvSpPr>
            <a:spLocks xmlns:a="http://schemas.openxmlformats.org/drawingml/2006/main" noGrp="1"/>
          </p:cNvSpPr>
          <p:nvPr/>
        </p:nvSpPr>
        <p:spPr>
          <a:xfrm xmlns:a="http://schemas.openxmlformats.org/drawingml/2006/main">
            <a:off x="1234440" y="3026664"/>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03</a:t>
            </a:r>
            <a:endParaRPr sz="900"/>
          </a:p>
        </p:txBody>
      </p:sp>
      <p:sp>
        <p:nvSpPr>
          <p:cNvPr id="16" name="Text 14">
            <a:extLst xmlns:a="http://schemas.openxmlformats.org/drawingml/2006/main">
              <a:ext uri="{FF2B5EF4-FFF2-40B4-BE49-F238E27FC236}">
                <a16:creationId xmlns:a16="http://schemas.microsoft.com/office/drawing/2014/main" id="{161466F0-223A-4239-8ACD-90B76681B3FF}"/>
              </a:ext>
            </a:extLst>
          </p:cNvPr>
          <p:cNvSpPr>
            <a:spLocks xmlns:a="http://schemas.openxmlformats.org/drawingml/2006/main" noGrp="1"/>
          </p:cNvSpPr>
          <p:nvPr/>
        </p:nvSpPr>
        <p:spPr>
          <a:xfrm xmlns:a="http://schemas.openxmlformats.org/drawingml/2006/main">
            <a:off x="1764792" y="3026664"/>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Register a customer</a:t>
            </a:r>
            <a:endParaRPr sz="1500"/>
          </a:p>
        </p:txBody>
      </p:sp>
      <p:sp>
        <p:nvSpPr>
          <p:cNvPr id="17" name="Shape 15">
            <a:extLst xmlns:a="http://schemas.openxmlformats.org/drawingml/2006/main">
              <a:ext uri="{FF2B5EF4-FFF2-40B4-BE49-F238E27FC236}">
                <a16:creationId xmlns:a16="http://schemas.microsoft.com/office/drawing/2014/main" id="{14D79C57-3AE1-45D1-A365-F51B19E4C269}"/>
              </a:ext>
            </a:extLst>
          </p:cNvPr>
          <p:cNvSpPr>
            <a:spLocks xmlns:a="http://schemas.openxmlformats.org/drawingml/2006/main" noGrp="1"/>
          </p:cNvSpPr>
          <p:nvPr/>
        </p:nvSpPr>
        <p:spPr>
          <a:xfrm xmlns:a="http://schemas.openxmlformats.org/drawingml/2006/main">
            <a:off x="932688" y="3904488"/>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98A41282-656E-4C38-AC78-ADA008A0336B}"/>
              </a:ext>
            </a:extLst>
          </p:cNvPr>
          <p:cNvSpPr>
            <a:spLocks xmlns:a="http://schemas.openxmlformats.org/drawingml/2006/main" noGrp="1"/>
          </p:cNvSpPr>
          <p:nvPr/>
        </p:nvSpPr>
        <p:spPr>
          <a:xfrm xmlns:a="http://schemas.openxmlformats.org/drawingml/2006/main">
            <a:off x="1234440" y="3739896"/>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04</a:t>
            </a:r>
            <a:endParaRPr sz="900"/>
          </a:p>
        </p:txBody>
      </p:sp>
      <p:sp>
        <p:nvSpPr>
          <p:cNvPr id="19" name="Text 17">
            <a:extLst xmlns:a="http://schemas.openxmlformats.org/drawingml/2006/main">
              <a:ext uri="{FF2B5EF4-FFF2-40B4-BE49-F238E27FC236}">
                <a16:creationId xmlns:a16="http://schemas.microsoft.com/office/drawing/2014/main" id="{5A4F5D19-EACE-4C06-A528-E89863334B0D}"/>
              </a:ext>
            </a:extLst>
          </p:cNvPr>
          <p:cNvSpPr>
            <a:spLocks xmlns:a="http://schemas.openxmlformats.org/drawingml/2006/main" noGrp="1"/>
          </p:cNvSpPr>
          <p:nvPr/>
        </p:nvSpPr>
        <p:spPr>
          <a:xfrm xmlns:a="http://schemas.openxmlformats.org/drawingml/2006/main">
            <a:off x="1764792" y="3739896"/>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Record a sale</a:t>
            </a:r>
            <a:endParaRPr sz="1500"/>
          </a:p>
        </p:txBody>
      </p:sp>
      <p:sp>
        <p:nvSpPr>
          <p:cNvPr id="20" name="Shape 18">
            <a:extLst xmlns:a="http://schemas.openxmlformats.org/drawingml/2006/main">
              <a:ext uri="{FF2B5EF4-FFF2-40B4-BE49-F238E27FC236}">
                <a16:creationId xmlns:a16="http://schemas.microsoft.com/office/drawing/2014/main" id="{E7B75536-953B-4FCE-B7C9-7DDC918B3922}"/>
              </a:ext>
            </a:extLst>
          </p:cNvPr>
          <p:cNvSpPr>
            <a:spLocks xmlns:a="http://schemas.openxmlformats.org/drawingml/2006/main" noGrp="1"/>
          </p:cNvSpPr>
          <p:nvPr/>
        </p:nvSpPr>
        <p:spPr>
          <a:xfrm xmlns:a="http://schemas.openxmlformats.org/drawingml/2006/main">
            <a:off x="932688" y="4617720"/>
            <a:ext cx="164592" cy="16459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6431213-329E-41F5-AEFB-9B0B98136A23}"/>
              </a:ext>
            </a:extLst>
          </p:cNvPr>
          <p:cNvSpPr>
            <a:spLocks xmlns:a="http://schemas.openxmlformats.org/drawingml/2006/main" noGrp="1"/>
          </p:cNvSpPr>
          <p:nvPr/>
        </p:nvSpPr>
        <p:spPr>
          <a:xfrm xmlns:a="http://schemas.openxmlformats.org/drawingml/2006/main">
            <a:off x="1234440" y="4453128"/>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05</a:t>
            </a:r>
            <a:endParaRPr sz="900"/>
          </a:p>
        </p:txBody>
      </p:sp>
      <p:sp>
        <p:nvSpPr>
          <p:cNvPr id="22" name="Text 20">
            <a:extLst xmlns:a="http://schemas.openxmlformats.org/drawingml/2006/main">
              <a:ext uri="{FF2B5EF4-FFF2-40B4-BE49-F238E27FC236}">
                <a16:creationId xmlns:a16="http://schemas.microsoft.com/office/drawing/2014/main" id="{D355DD2D-69B6-432B-A040-89D9BCB87F13}"/>
              </a:ext>
            </a:extLst>
          </p:cNvPr>
          <p:cNvSpPr>
            <a:spLocks xmlns:a="http://schemas.openxmlformats.org/drawingml/2006/main" noGrp="1"/>
          </p:cNvSpPr>
          <p:nvPr/>
        </p:nvSpPr>
        <p:spPr>
          <a:xfrm xmlns:a="http://schemas.openxmlformats.org/drawingml/2006/main">
            <a:off x="1764792" y="4453128"/>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31D7FF"/>
                </a:solidFill>
                <a:latin typeface="Aptos"/>
                <a:ea typeface="Aptos"/>
                <a:cs typeface="Aptos"/>
              </a:rPr>
              <a:t>What did I sell today?</a:t>
            </a:r>
            <a:endParaRPr sz="1500"/>
          </a:p>
        </p:txBody>
      </p:sp>
      <p:sp>
        <p:nvSpPr>
          <p:cNvPr id="23" name="Shape 21">
            <a:extLst xmlns:a="http://schemas.openxmlformats.org/drawingml/2006/main">
              <a:ext uri="{FF2B5EF4-FFF2-40B4-BE49-F238E27FC236}">
                <a16:creationId xmlns:a16="http://schemas.microsoft.com/office/drawing/2014/main" id="{F2C14F64-4F79-45BF-A74A-F8BCE91EF9C0}"/>
              </a:ext>
            </a:extLst>
          </p:cNvPr>
          <p:cNvSpPr>
            <a:spLocks xmlns:a="http://schemas.openxmlformats.org/drawingml/2006/main" noGrp="1"/>
          </p:cNvSpPr>
          <p:nvPr/>
        </p:nvSpPr>
        <p:spPr>
          <a:xfrm xmlns:a="http://schemas.openxmlformats.org/drawingml/2006/main">
            <a:off x="932688" y="533095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4" name="Text 22">
            <a:extLst xmlns:a="http://schemas.openxmlformats.org/drawingml/2006/main">
              <a:ext uri="{FF2B5EF4-FFF2-40B4-BE49-F238E27FC236}">
                <a16:creationId xmlns:a16="http://schemas.microsoft.com/office/drawing/2014/main" id="{82710F26-F779-4883-B6E1-F168C68E242C}"/>
              </a:ext>
            </a:extLst>
          </p:cNvPr>
          <p:cNvSpPr>
            <a:spLocks xmlns:a="http://schemas.openxmlformats.org/drawingml/2006/main" noGrp="1"/>
          </p:cNvSpPr>
          <p:nvPr/>
        </p:nvSpPr>
        <p:spPr>
          <a:xfrm xmlns:a="http://schemas.openxmlformats.org/drawingml/2006/main">
            <a:off x="1234440" y="516636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06</a:t>
            </a:r>
            <a:endParaRPr sz="900"/>
          </a:p>
        </p:txBody>
      </p:sp>
      <p:sp>
        <p:nvSpPr>
          <p:cNvPr id="25" name="Text 23">
            <a:extLst xmlns:a="http://schemas.openxmlformats.org/drawingml/2006/main">
              <a:ext uri="{FF2B5EF4-FFF2-40B4-BE49-F238E27FC236}">
                <a16:creationId xmlns:a16="http://schemas.microsoft.com/office/drawing/2014/main" id="{D573138B-EF6E-403C-9944-76A8CD33623B}"/>
              </a:ext>
            </a:extLst>
          </p:cNvPr>
          <p:cNvSpPr>
            <a:spLocks xmlns:a="http://schemas.openxmlformats.org/drawingml/2006/main" noGrp="1"/>
          </p:cNvSpPr>
          <p:nvPr/>
        </p:nvSpPr>
        <p:spPr>
          <a:xfrm xmlns:a="http://schemas.openxmlformats.org/drawingml/2006/main">
            <a:off x="1764792" y="516636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Dashboard + Admin</a:t>
            </a:r>
            <a:endParaRPr sz="1500"/>
          </a:p>
        </p:txBody>
      </p:sp>
      <p:sp>
        <p:nvSpPr>
          <p:cNvPr id="26" name="Shape 24">
            <a:extLst xmlns:a="http://schemas.openxmlformats.org/drawingml/2006/main">
              <a:ext uri="{FF2B5EF4-FFF2-40B4-BE49-F238E27FC236}">
                <a16:creationId xmlns:a16="http://schemas.microsoft.com/office/drawing/2014/main" id="{167DD9CB-2CC8-4D99-A07B-D7DDB58380F3}"/>
              </a:ext>
            </a:extLst>
          </p:cNvPr>
          <p:cNvSpPr>
            <a:spLocks xmlns:a="http://schemas.openxmlformats.org/drawingml/2006/main" noGrp="1"/>
          </p:cNvSpPr>
          <p:nvPr/>
        </p:nvSpPr>
        <p:spPr>
          <a:xfrm xmlns:a="http://schemas.openxmlformats.org/drawingml/2006/main">
            <a:off x="6446520" y="1664208"/>
            <a:ext cx="4828032" cy="4005072"/>
          </a:xfrm>
          <a:prstGeom xmlns:a="http://schemas.openxmlformats.org/drawingml/2006/main" prst="roundRect">
            <a:avLst>
              <a:gd name="adj" fmla="val 3653"/>
            </a:avLst>
          </a:prstGeom>
          <a:solidFill xmlns:a="http://schemas.openxmlformats.org/drawingml/2006/main">
            <a:srgbClr val="0B1928"/>
          </a:solidFill>
          <a:ln xmlns:a="http://schemas.openxmlformats.org/drawingml/2006/main" w="12700">
            <a:solidFill>
              <a:srgbClr val="31D7FF"/>
            </a:solidFill>
            <a:prstDash val="solid"/>
          </a:ln>
        </p:spPr>
      </p:sp>
      <p:sp>
        <p:nvSpPr>
          <p:cNvPr id="27" name="Shape 25">
            <a:extLst xmlns:a="http://schemas.openxmlformats.org/drawingml/2006/main">
              <a:ext uri="{FF2B5EF4-FFF2-40B4-BE49-F238E27FC236}">
                <a16:creationId xmlns:a16="http://schemas.microsoft.com/office/drawing/2014/main" id="{E29A0AEF-E1B3-404E-8A93-B28BF4C5050D}"/>
              </a:ext>
            </a:extLst>
          </p:cNvPr>
          <p:cNvSpPr>
            <a:spLocks xmlns:a="http://schemas.openxmlformats.org/drawingml/2006/main" noGrp="1"/>
          </p:cNvSpPr>
          <p:nvPr/>
        </p:nvSpPr>
        <p:spPr>
          <a:xfrm xmlns:a="http://schemas.openxmlformats.org/drawingml/2006/main">
            <a:off x="6711696" y="1911096"/>
            <a:ext cx="66751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8" name="Text 26">
            <a:extLst xmlns:a="http://schemas.openxmlformats.org/drawingml/2006/main">
              <a:ext uri="{FF2B5EF4-FFF2-40B4-BE49-F238E27FC236}">
                <a16:creationId xmlns:a16="http://schemas.microsoft.com/office/drawing/2014/main" id="{1651C329-8E9F-4E29-8AD7-68911DB1505E}"/>
              </a:ext>
            </a:extLst>
          </p:cNvPr>
          <p:cNvSpPr>
            <a:spLocks xmlns:a="http://schemas.openxmlformats.org/drawingml/2006/main" noGrp="1"/>
          </p:cNvSpPr>
          <p:nvPr/>
        </p:nvSpPr>
        <p:spPr>
          <a:xfrm xmlns:a="http://schemas.openxmlformats.org/drawingml/2006/main">
            <a:off x="6784848" y="1929384"/>
            <a:ext cx="5212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DEMO</a:t>
            </a:r>
            <a:endParaRPr sz="820"/>
          </a:p>
        </p:txBody>
      </p:sp>
      <p:sp>
        <p:nvSpPr>
          <p:cNvPr id="29" name="Text 27">
            <a:extLst xmlns:a="http://schemas.openxmlformats.org/drawingml/2006/main">
              <a:ext uri="{FF2B5EF4-FFF2-40B4-BE49-F238E27FC236}">
                <a16:creationId xmlns:a16="http://schemas.microsoft.com/office/drawing/2014/main" id="{13BA5AEB-1461-415D-8189-F0E04BF62FAB}"/>
              </a:ext>
            </a:extLst>
          </p:cNvPr>
          <p:cNvSpPr>
            <a:spLocks xmlns:a="http://schemas.openxmlformats.org/drawingml/2006/main" noGrp="1"/>
          </p:cNvSpPr>
          <p:nvPr/>
        </p:nvSpPr>
        <p:spPr>
          <a:xfrm xmlns:a="http://schemas.openxmlformats.org/drawingml/2006/main">
            <a:off x="6748272" y="2532888"/>
            <a:ext cx="3337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FFFFF"/>
                </a:solidFill>
                <a:latin typeface="Aptos"/>
                <a:ea typeface="Aptos"/>
                <a:cs typeface="Aptos"/>
              </a:rPr>
              <a:t>What did I sell today?</a:t>
            </a:r>
            <a:endParaRPr sz="2000"/>
          </a:p>
        </p:txBody>
      </p:sp>
      <p:sp>
        <p:nvSpPr>
          <p:cNvPr id="30" name="Shape 28">
            <a:extLst xmlns:a="http://schemas.openxmlformats.org/drawingml/2006/main">
              <a:ext uri="{FF2B5EF4-FFF2-40B4-BE49-F238E27FC236}">
                <a16:creationId xmlns:a16="http://schemas.microsoft.com/office/drawing/2014/main" id="{D5D2E140-94D8-4CF1-BEBC-FF510E68D3C3}"/>
              </a:ext>
            </a:extLst>
          </p:cNvPr>
          <p:cNvSpPr>
            <a:spLocks xmlns:a="http://schemas.openxmlformats.org/drawingml/2006/main" noGrp="1"/>
          </p:cNvSpPr>
          <p:nvPr/>
        </p:nvSpPr>
        <p:spPr>
          <a:xfrm xmlns:a="http://schemas.openxmlformats.org/drawingml/2006/main">
            <a:off x="6748272" y="3182112"/>
            <a:ext cx="4187952" cy="1024128"/>
          </a:xfrm>
          <a:prstGeom xmlns:a="http://schemas.openxmlformats.org/drawingml/2006/main" prst="roundRect">
            <a:avLst>
              <a:gd name="adj" fmla="val 14286"/>
            </a:avLst>
          </a:prstGeom>
          <a:solidFill xmlns:a="http://schemas.openxmlformats.org/drawingml/2006/main">
            <a:srgbClr val="14283A"/>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4C82C912-2B62-4E4E-93FA-942C90A3DFCA}"/>
              </a:ext>
            </a:extLst>
          </p:cNvPr>
          <p:cNvSpPr>
            <a:spLocks xmlns:a="http://schemas.openxmlformats.org/drawingml/2006/main" noGrp="1"/>
          </p:cNvSpPr>
          <p:nvPr/>
        </p:nvSpPr>
        <p:spPr>
          <a:xfrm xmlns:a="http://schemas.openxmlformats.org/drawingml/2006/main">
            <a:off x="7004304" y="3364992"/>
            <a:ext cx="1920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l">
              <a:buNone/>
            </a:pPr>
            <a:r>
              <a:rPr sz="2300" b="1">
                <a:solidFill>
                  <a:srgbClr val="55E6A5"/>
                </a:solidFill>
                <a:latin typeface="Aptos"/>
                <a:ea typeface="Aptos"/>
                <a:cs typeface="Aptos"/>
              </a:rPr>
              <a:t>$12,480</a:t>
            </a:r>
            <a:endParaRPr sz="2300"/>
          </a:p>
        </p:txBody>
      </p:sp>
      <p:sp>
        <p:nvSpPr>
          <p:cNvPr id="32" name="Text 30">
            <a:extLst xmlns:a="http://schemas.openxmlformats.org/drawingml/2006/main">
              <a:ext uri="{FF2B5EF4-FFF2-40B4-BE49-F238E27FC236}">
                <a16:creationId xmlns:a16="http://schemas.microsoft.com/office/drawing/2014/main" id="{4A19477F-C694-46FF-B4FC-1F67D66AEED5}"/>
              </a:ext>
            </a:extLst>
          </p:cNvPr>
          <p:cNvSpPr>
            <a:spLocks xmlns:a="http://schemas.openxmlformats.org/drawingml/2006/main" noGrp="1"/>
          </p:cNvSpPr>
          <p:nvPr/>
        </p:nvSpPr>
        <p:spPr>
          <a:xfrm xmlns:a="http://schemas.openxmlformats.org/drawingml/2006/main">
            <a:off x="8942832" y="3447288"/>
            <a:ext cx="1600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37 example sales</a:t>
            </a:r>
            <a:endParaRPr sz="1100"/>
          </a:p>
        </p:txBody>
      </p:sp>
      <p:sp>
        <p:nvSpPr>
          <p:cNvPr id="33" name="Text 31">
            <a:extLst xmlns:a="http://schemas.openxmlformats.org/drawingml/2006/main">
              <a:ext uri="{FF2B5EF4-FFF2-40B4-BE49-F238E27FC236}">
                <a16:creationId xmlns:a16="http://schemas.microsoft.com/office/drawing/2014/main" id="{C460E3AC-172B-44D2-A2D0-9252EF02B9C3}"/>
              </a:ext>
            </a:extLst>
          </p:cNvPr>
          <p:cNvSpPr>
            <a:spLocks xmlns:a="http://schemas.openxmlformats.org/drawingml/2006/main" noGrp="1"/>
          </p:cNvSpPr>
          <p:nvPr/>
        </p:nvSpPr>
        <p:spPr>
          <a:xfrm xmlns:a="http://schemas.openxmlformats.org/drawingml/2006/main">
            <a:off x="6766560" y="504748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Prepare a recorded backup</a:t>
            </a:r>
            <a:endParaRPr sz="1000"/>
          </a:p>
        </p:txBody>
      </p:sp>
    </p:spTree>
    <p:extLst>
      <p:ext uri="{BB962C8B-B14F-4D97-AF65-F5344CB8AC3E}">
        <p14:creationId xmlns:p14="http://schemas.microsoft.com/office/powerpoint/2010/main" val="1944268689"/>
      </p:ext>
    </p:extLst>
  </p:cSld>
</p:sld>
</file>

<file path=ppt/slides/slide1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F41F3D-DECD-407C-B2FA-42810301875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3438CCA-3234-40B4-AC3B-8D6CE9F93B8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C0244C8-C646-4C64-9D8D-EB58FECAA03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F58B24B-10F9-40C7-B74E-68BCF958004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15 · RESULTS</a:t>
            </a:r>
            <a:endParaRPr sz="900"/>
          </a:p>
        </p:txBody>
      </p:sp>
      <p:sp>
        <p:nvSpPr>
          <p:cNvPr id="6" name="Text 4">
            <a:extLst xmlns:a="http://schemas.openxmlformats.org/drawingml/2006/main">
              <a:ext uri="{FF2B5EF4-FFF2-40B4-BE49-F238E27FC236}">
                <a16:creationId xmlns:a16="http://schemas.microsoft.com/office/drawing/2014/main" id="{81D04597-3861-4989-849B-E5842C3BE8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 working MVP with local verification</a:t>
            </a:r>
            <a:endParaRPr sz="2700"/>
          </a:p>
        </p:txBody>
      </p:sp>
      <p:sp>
        <p:nvSpPr>
          <p:cNvPr id="7" name="Shape 5">
            <a:extLst xmlns:a="http://schemas.openxmlformats.org/drawingml/2006/main">
              <a:ext uri="{FF2B5EF4-FFF2-40B4-BE49-F238E27FC236}">
                <a16:creationId xmlns:a16="http://schemas.microsoft.com/office/drawing/2014/main" id="{A58B6D0F-5C3C-4BF7-9671-1C54EC325100}"/>
              </a:ext>
            </a:extLst>
          </p:cNvPr>
          <p:cNvSpPr>
            <a:spLocks xmlns:a="http://schemas.openxmlformats.org/drawingml/2006/main" noGrp="1"/>
          </p:cNvSpPr>
          <p:nvPr/>
        </p:nvSpPr>
        <p:spPr>
          <a:xfrm xmlns:a="http://schemas.openxmlformats.org/drawingml/2006/main">
            <a:off x="65836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C305C169-FB53-425D-BA71-039BB100482A}"/>
              </a:ext>
            </a:extLst>
          </p:cNvPr>
          <p:cNvSpPr>
            <a:spLocks xmlns:a="http://schemas.openxmlformats.org/drawingml/2006/main" noGrp="1"/>
          </p:cNvSpPr>
          <p:nvPr/>
        </p:nvSpPr>
        <p:spPr>
          <a:xfrm xmlns:a="http://schemas.openxmlformats.org/drawingml/2006/main">
            <a:off x="82296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EN / ES</a:t>
            </a:r>
            <a:endParaRPr sz="2500"/>
          </a:p>
        </p:txBody>
      </p:sp>
      <p:sp>
        <p:nvSpPr>
          <p:cNvPr id="9" name="Text 7">
            <a:extLst xmlns:a="http://schemas.openxmlformats.org/drawingml/2006/main">
              <a:ext uri="{FF2B5EF4-FFF2-40B4-BE49-F238E27FC236}">
                <a16:creationId xmlns:a16="http://schemas.microsoft.com/office/drawing/2014/main" id="{E3A0995B-3B2D-49F2-B425-515A53DFA218}"/>
              </a:ext>
            </a:extLst>
          </p:cNvPr>
          <p:cNvSpPr>
            <a:spLocks xmlns:a="http://schemas.openxmlformats.org/drawingml/2006/main" noGrp="1"/>
          </p:cNvSpPr>
          <p:nvPr/>
        </p:nvSpPr>
        <p:spPr>
          <a:xfrm xmlns:a="http://schemas.openxmlformats.org/drawingml/2006/main">
            <a:off x="82296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UI languages</a:t>
            </a:r>
            <a:endParaRPr sz="1050"/>
          </a:p>
        </p:txBody>
      </p:sp>
      <p:sp>
        <p:nvSpPr>
          <p:cNvPr id="10" name="Shape 8">
            <a:extLst xmlns:a="http://schemas.openxmlformats.org/drawingml/2006/main">
              <a:ext uri="{FF2B5EF4-FFF2-40B4-BE49-F238E27FC236}">
                <a16:creationId xmlns:a16="http://schemas.microsoft.com/office/drawing/2014/main" id="{97D28FE8-58E8-4E2A-82FC-FA0FE5494C04}"/>
              </a:ext>
            </a:extLst>
          </p:cNvPr>
          <p:cNvSpPr>
            <a:spLocks xmlns:a="http://schemas.openxmlformats.org/drawingml/2006/main" noGrp="1"/>
          </p:cNvSpPr>
          <p:nvPr/>
        </p:nvSpPr>
        <p:spPr>
          <a:xfrm xmlns:a="http://schemas.openxmlformats.org/drawingml/2006/main">
            <a:off x="353872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5C428FF0-FFE1-4F91-A033-09068528E709}"/>
              </a:ext>
            </a:extLst>
          </p:cNvPr>
          <p:cNvSpPr>
            <a:spLocks xmlns:a="http://schemas.openxmlformats.org/drawingml/2006/main" noGrp="1"/>
          </p:cNvSpPr>
          <p:nvPr/>
        </p:nvSpPr>
        <p:spPr>
          <a:xfrm xmlns:a="http://schemas.openxmlformats.org/drawingml/2006/main">
            <a:off x="370332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t>
            </a:r>
            <a:endParaRPr sz="2500"/>
          </a:p>
        </p:txBody>
      </p:sp>
      <p:sp>
        <p:nvSpPr>
          <p:cNvPr id="12" name="Text 10">
            <a:extLst xmlns:a="http://schemas.openxmlformats.org/drawingml/2006/main">
              <a:ext uri="{FF2B5EF4-FFF2-40B4-BE49-F238E27FC236}">
                <a16:creationId xmlns:a16="http://schemas.microsoft.com/office/drawing/2014/main" id="{30845AA9-9F71-4D22-B0E7-0F7B55FC36B7}"/>
              </a:ext>
            </a:extLst>
          </p:cNvPr>
          <p:cNvSpPr>
            <a:spLocks xmlns:a="http://schemas.openxmlformats.org/drawingml/2006/main" noGrp="1"/>
          </p:cNvSpPr>
          <p:nvPr/>
        </p:nvSpPr>
        <p:spPr>
          <a:xfrm xmlns:a="http://schemas.openxmlformats.org/drawingml/2006/main">
            <a:off x="370332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Backend</a:t>
            </a:r>
            <a:endParaRPr sz="1050"/>
          </a:p>
        </p:txBody>
      </p:sp>
      <p:sp>
        <p:nvSpPr>
          <p:cNvPr id="13" name="Shape 11">
            <a:extLst xmlns:a="http://schemas.openxmlformats.org/drawingml/2006/main">
              <a:ext uri="{FF2B5EF4-FFF2-40B4-BE49-F238E27FC236}">
                <a16:creationId xmlns:a16="http://schemas.microsoft.com/office/drawing/2014/main" id="{E3BC8ECE-4914-4F6D-BCBC-C1962DB4EAAD}"/>
              </a:ext>
            </a:extLst>
          </p:cNvPr>
          <p:cNvSpPr>
            <a:spLocks xmlns:a="http://schemas.openxmlformats.org/drawingml/2006/main" noGrp="1"/>
          </p:cNvSpPr>
          <p:nvPr/>
        </p:nvSpPr>
        <p:spPr>
          <a:xfrm xmlns:a="http://schemas.openxmlformats.org/drawingml/2006/main">
            <a:off x="641908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2A7C378F-5C6D-4EB2-A3A0-2FF26CE92E1D}"/>
              </a:ext>
            </a:extLst>
          </p:cNvPr>
          <p:cNvSpPr>
            <a:spLocks xmlns:a="http://schemas.openxmlformats.org/drawingml/2006/main" noGrp="1"/>
          </p:cNvSpPr>
          <p:nvPr/>
        </p:nvSpPr>
        <p:spPr>
          <a:xfrm xmlns:a="http://schemas.openxmlformats.org/drawingml/2006/main">
            <a:off x="658368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5</a:t>
            </a:r>
            <a:endParaRPr sz="2500"/>
          </a:p>
        </p:txBody>
      </p:sp>
      <p:sp>
        <p:nvSpPr>
          <p:cNvPr id="15" name="Text 13">
            <a:extLst xmlns:a="http://schemas.openxmlformats.org/drawingml/2006/main">
              <a:ext uri="{FF2B5EF4-FFF2-40B4-BE49-F238E27FC236}">
                <a16:creationId xmlns:a16="http://schemas.microsoft.com/office/drawing/2014/main" id="{F9D99C45-E846-4878-8356-37CCB2709E10}"/>
              </a:ext>
            </a:extLst>
          </p:cNvPr>
          <p:cNvSpPr>
            <a:spLocks xmlns:a="http://schemas.openxmlformats.org/drawingml/2006/main" noGrp="1"/>
          </p:cNvSpPr>
          <p:nvPr/>
        </p:nvSpPr>
        <p:spPr>
          <a:xfrm xmlns:a="http://schemas.openxmlformats.org/drawingml/2006/main">
            <a:off x="658368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SQL safeguards</a:t>
            </a:r>
            <a:endParaRPr sz="1050"/>
          </a:p>
        </p:txBody>
      </p:sp>
      <p:sp>
        <p:nvSpPr>
          <p:cNvPr id="16" name="Shape 14">
            <a:extLst xmlns:a="http://schemas.openxmlformats.org/drawingml/2006/main">
              <a:ext uri="{FF2B5EF4-FFF2-40B4-BE49-F238E27FC236}">
                <a16:creationId xmlns:a16="http://schemas.microsoft.com/office/drawing/2014/main" id="{2F409AA9-462F-45B1-894D-E50F8700F2D0}"/>
              </a:ext>
            </a:extLst>
          </p:cNvPr>
          <p:cNvSpPr>
            <a:spLocks xmlns:a="http://schemas.openxmlformats.org/drawingml/2006/main" noGrp="1"/>
          </p:cNvSpPr>
          <p:nvPr/>
        </p:nvSpPr>
        <p:spPr>
          <a:xfrm xmlns:a="http://schemas.openxmlformats.org/drawingml/2006/main">
            <a:off x="929944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046E250F-9F24-43A0-A0A0-652C668935A8}"/>
              </a:ext>
            </a:extLst>
          </p:cNvPr>
          <p:cNvSpPr>
            <a:spLocks xmlns:a="http://schemas.openxmlformats.org/drawingml/2006/main" noGrp="1"/>
          </p:cNvSpPr>
          <p:nvPr/>
        </p:nvSpPr>
        <p:spPr>
          <a:xfrm xmlns:a="http://schemas.openxmlformats.org/drawingml/2006/main">
            <a:off x="946404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CRUD</a:t>
            </a:r>
            <a:endParaRPr sz="2500"/>
          </a:p>
        </p:txBody>
      </p:sp>
      <p:sp>
        <p:nvSpPr>
          <p:cNvPr id="18" name="Text 16">
            <a:extLst xmlns:a="http://schemas.openxmlformats.org/drawingml/2006/main">
              <a:ext uri="{FF2B5EF4-FFF2-40B4-BE49-F238E27FC236}">
                <a16:creationId xmlns:a16="http://schemas.microsoft.com/office/drawing/2014/main" id="{C00191AF-2512-4D14-AB65-94ED9172643A}"/>
              </a:ext>
            </a:extLst>
          </p:cNvPr>
          <p:cNvSpPr>
            <a:spLocks xmlns:a="http://schemas.openxmlformats.org/drawingml/2006/main" noGrp="1"/>
          </p:cNvSpPr>
          <p:nvPr/>
        </p:nvSpPr>
        <p:spPr>
          <a:xfrm xmlns:a="http://schemas.openxmlformats.org/drawingml/2006/main">
            <a:off x="946404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POS workflows</a:t>
            </a:r>
            <a:endParaRPr sz="1050"/>
          </a:p>
        </p:txBody>
      </p:sp>
      <p:sp>
        <p:nvSpPr>
          <p:cNvPr id="19" name="Shape 17">
            <a:extLst xmlns:a="http://schemas.openxmlformats.org/drawingml/2006/main">
              <a:ext uri="{FF2B5EF4-FFF2-40B4-BE49-F238E27FC236}">
                <a16:creationId xmlns:a16="http://schemas.microsoft.com/office/drawing/2014/main" id="{6475B8C3-444E-424E-AC45-8C7B88894BEA}"/>
              </a:ext>
            </a:extLst>
          </p:cNvPr>
          <p:cNvSpPr>
            <a:spLocks xmlns:a="http://schemas.openxmlformats.org/drawingml/2006/main" noGrp="1"/>
          </p:cNvSpPr>
          <p:nvPr/>
        </p:nvSpPr>
        <p:spPr>
          <a:xfrm xmlns:a="http://schemas.openxmlformats.org/drawingml/2006/main">
            <a:off x="65836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61030443-96E8-4036-901D-D64AE4F1707E}"/>
              </a:ext>
            </a:extLst>
          </p:cNvPr>
          <p:cNvSpPr>
            <a:spLocks xmlns:a="http://schemas.openxmlformats.org/drawingml/2006/main" noGrp="1"/>
          </p:cNvSpPr>
          <p:nvPr/>
        </p:nvSpPr>
        <p:spPr>
          <a:xfrm xmlns:a="http://schemas.openxmlformats.org/drawingml/2006/main">
            <a:off x="82296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AES</a:t>
            </a:r>
            <a:endParaRPr sz="2500"/>
          </a:p>
        </p:txBody>
      </p:sp>
      <p:sp>
        <p:nvSpPr>
          <p:cNvPr id="21" name="Text 19">
            <a:extLst xmlns:a="http://schemas.openxmlformats.org/drawingml/2006/main">
              <a:ext uri="{FF2B5EF4-FFF2-40B4-BE49-F238E27FC236}">
                <a16:creationId xmlns:a16="http://schemas.microsoft.com/office/drawing/2014/main" id="{60DDDF24-11B9-4EA7-AD7F-A0C599589BC7}"/>
              </a:ext>
            </a:extLst>
          </p:cNvPr>
          <p:cNvSpPr>
            <a:spLocks xmlns:a="http://schemas.openxmlformats.org/drawingml/2006/main" noGrp="1"/>
          </p:cNvSpPr>
          <p:nvPr/>
        </p:nvSpPr>
        <p:spPr>
          <a:xfrm xmlns:a="http://schemas.openxmlformats.org/drawingml/2006/main">
            <a:off x="82296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Key protection</a:t>
            </a:r>
            <a:endParaRPr sz="1050"/>
          </a:p>
        </p:txBody>
      </p:sp>
      <p:sp>
        <p:nvSpPr>
          <p:cNvPr id="22" name="Shape 20">
            <a:extLst xmlns:a="http://schemas.openxmlformats.org/drawingml/2006/main">
              <a:ext uri="{FF2B5EF4-FFF2-40B4-BE49-F238E27FC236}">
                <a16:creationId xmlns:a16="http://schemas.microsoft.com/office/drawing/2014/main" id="{25409B80-6AC8-48D4-B6F0-C97975E995E7}"/>
              </a:ext>
            </a:extLst>
          </p:cNvPr>
          <p:cNvSpPr>
            <a:spLocks xmlns:a="http://schemas.openxmlformats.org/drawingml/2006/main" noGrp="1"/>
          </p:cNvSpPr>
          <p:nvPr/>
        </p:nvSpPr>
        <p:spPr>
          <a:xfrm xmlns:a="http://schemas.openxmlformats.org/drawingml/2006/main">
            <a:off x="353872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6BA88CDB-C8EA-40D1-ACDE-48BC9B2E1BB3}"/>
              </a:ext>
            </a:extLst>
          </p:cNvPr>
          <p:cNvSpPr>
            <a:spLocks xmlns:a="http://schemas.openxmlformats.org/drawingml/2006/main" noGrp="1"/>
          </p:cNvSpPr>
          <p:nvPr/>
        </p:nvSpPr>
        <p:spPr>
          <a:xfrm xmlns:a="http://schemas.openxmlformats.org/drawingml/2006/main">
            <a:off x="370332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PASS</a:t>
            </a:r>
            <a:endParaRPr sz="2500"/>
          </a:p>
        </p:txBody>
      </p:sp>
      <p:sp>
        <p:nvSpPr>
          <p:cNvPr id="24" name="Text 22">
            <a:extLst xmlns:a="http://schemas.openxmlformats.org/drawingml/2006/main">
              <a:ext uri="{FF2B5EF4-FFF2-40B4-BE49-F238E27FC236}">
                <a16:creationId xmlns:a16="http://schemas.microsoft.com/office/drawing/2014/main" id="{32BA5324-F8E0-463D-84D5-34ECAD4F5835}"/>
              </a:ext>
            </a:extLst>
          </p:cNvPr>
          <p:cNvSpPr>
            <a:spLocks xmlns:a="http://schemas.openxmlformats.org/drawingml/2006/main" noGrp="1"/>
          </p:cNvSpPr>
          <p:nvPr/>
        </p:nvSpPr>
        <p:spPr>
          <a:xfrm xmlns:a="http://schemas.openxmlformats.org/drawingml/2006/main">
            <a:off x="370332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Local tests</a:t>
            </a:r>
            <a:endParaRPr sz="1050"/>
          </a:p>
        </p:txBody>
      </p:sp>
      <p:sp>
        <p:nvSpPr>
          <p:cNvPr id="25" name="Shape 23">
            <a:extLst xmlns:a="http://schemas.openxmlformats.org/drawingml/2006/main">
              <a:ext uri="{FF2B5EF4-FFF2-40B4-BE49-F238E27FC236}">
                <a16:creationId xmlns:a16="http://schemas.microsoft.com/office/drawing/2014/main" id="{13FE1E85-69D8-42A1-B898-1673C5A57D65}"/>
              </a:ext>
            </a:extLst>
          </p:cNvPr>
          <p:cNvSpPr>
            <a:spLocks xmlns:a="http://schemas.openxmlformats.org/drawingml/2006/main" noGrp="1"/>
          </p:cNvSpPr>
          <p:nvPr/>
        </p:nvSpPr>
        <p:spPr>
          <a:xfrm xmlns:a="http://schemas.openxmlformats.org/drawingml/2006/main">
            <a:off x="641908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03280E44-370D-4BD6-B14D-90154C19B6E0}"/>
              </a:ext>
            </a:extLst>
          </p:cNvPr>
          <p:cNvSpPr>
            <a:spLocks xmlns:a="http://schemas.openxmlformats.org/drawingml/2006/main" noGrp="1"/>
          </p:cNvSpPr>
          <p:nvPr/>
        </p:nvSpPr>
        <p:spPr>
          <a:xfrm xmlns:a="http://schemas.openxmlformats.org/drawingml/2006/main">
            <a:off x="658368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7</a:t>
            </a:r>
            <a:endParaRPr sz="2500"/>
          </a:p>
        </p:txBody>
      </p:sp>
      <p:sp>
        <p:nvSpPr>
          <p:cNvPr id="27" name="Text 25">
            <a:extLst xmlns:a="http://schemas.openxmlformats.org/drawingml/2006/main">
              <a:ext uri="{FF2B5EF4-FFF2-40B4-BE49-F238E27FC236}">
                <a16:creationId xmlns:a16="http://schemas.microsoft.com/office/drawing/2014/main" id="{31BBDFA3-8112-4766-A33E-18485993C52D}"/>
              </a:ext>
            </a:extLst>
          </p:cNvPr>
          <p:cNvSpPr>
            <a:spLocks xmlns:a="http://schemas.openxmlformats.org/drawingml/2006/main" noGrp="1"/>
          </p:cNvSpPr>
          <p:nvPr/>
        </p:nvSpPr>
        <p:spPr>
          <a:xfrm xmlns:a="http://schemas.openxmlformats.org/drawingml/2006/main">
            <a:off x="658368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PG repositories</a:t>
            </a:r>
            <a:endParaRPr sz="1050"/>
          </a:p>
        </p:txBody>
      </p:sp>
      <p:sp>
        <p:nvSpPr>
          <p:cNvPr id="28" name="Shape 26">
            <a:extLst xmlns:a="http://schemas.openxmlformats.org/drawingml/2006/main">
              <a:ext uri="{FF2B5EF4-FFF2-40B4-BE49-F238E27FC236}">
                <a16:creationId xmlns:a16="http://schemas.microsoft.com/office/drawing/2014/main" id="{E64BE63F-83C9-4B9A-8A4D-3269D0F6FF09}"/>
              </a:ext>
            </a:extLst>
          </p:cNvPr>
          <p:cNvSpPr>
            <a:spLocks xmlns:a="http://schemas.openxmlformats.org/drawingml/2006/main" noGrp="1"/>
          </p:cNvSpPr>
          <p:nvPr/>
        </p:nvSpPr>
        <p:spPr>
          <a:xfrm xmlns:a="http://schemas.openxmlformats.org/drawingml/2006/main">
            <a:off x="929944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590E43E5-1F29-4BA7-8AF5-780280AA81AF}"/>
              </a:ext>
            </a:extLst>
          </p:cNvPr>
          <p:cNvSpPr>
            <a:spLocks xmlns:a="http://schemas.openxmlformats.org/drawingml/2006/main" noGrp="1"/>
          </p:cNvSpPr>
          <p:nvPr/>
        </p:nvSpPr>
        <p:spPr>
          <a:xfrm xmlns:a="http://schemas.openxmlformats.org/drawingml/2006/main">
            <a:off x="946404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30" name="Text 28">
            <a:extLst xmlns:a="http://schemas.openxmlformats.org/drawingml/2006/main">
              <a:ext uri="{FF2B5EF4-FFF2-40B4-BE49-F238E27FC236}">
                <a16:creationId xmlns:a16="http://schemas.microsoft.com/office/drawing/2014/main" id="{98D89A0A-265A-46A5-AE4C-7A1CC993332F}"/>
              </a:ext>
            </a:extLst>
          </p:cNvPr>
          <p:cNvSpPr>
            <a:spLocks xmlns:a="http://schemas.openxmlformats.org/drawingml/2006/main" noGrp="1"/>
          </p:cNvSpPr>
          <p:nvPr/>
        </p:nvSpPr>
        <p:spPr>
          <a:xfrm xmlns:a="http://schemas.openxmlformats.org/drawingml/2006/main">
            <a:off x="946404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deploy</a:t>
            </a:r>
            <a:endParaRPr sz="1050"/>
          </a:p>
        </p:txBody>
      </p:sp>
      <p:sp>
        <p:nvSpPr>
          <p:cNvPr id="31" name="Shape 29">
            <a:extLst xmlns:a="http://schemas.openxmlformats.org/drawingml/2006/main">
              <a:ext uri="{FF2B5EF4-FFF2-40B4-BE49-F238E27FC236}">
                <a16:creationId xmlns:a16="http://schemas.microsoft.com/office/drawing/2014/main" id="{4243F1AB-5205-4FB5-A8EC-C49D1D535A36}"/>
              </a:ext>
            </a:extLst>
          </p:cNvPr>
          <p:cNvSpPr>
            <a:spLocks xmlns:a="http://schemas.openxmlformats.org/drawingml/2006/main" noGrp="1"/>
          </p:cNvSpPr>
          <p:nvPr/>
        </p:nvSpPr>
        <p:spPr>
          <a:xfrm xmlns:a="http://schemas.openxmlformats.org/drawingml/2006/main">
            <a:off x="841248" y="4736592"/>
            <a:ext cx="10515600" cy="960120"/>
          </a:xfrm>
          <a:prstGeom xmlns:a="http://schemas.openxmlformats.org/drawingml/2006/main" prst="roundRect">
            <a:avLst>
              <a:gd name="adj" fmla="val 15238"/>
            </a:avLst>
          </a:prstGeom>
          <a:solidFill xmlns:a="http://schemas.openxmlformats.org/drawingml/2006/main">
            <a:srgbClr val="10263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C5889796-DBA1-4A4C-9AC6-9352C78975E5}"/>
              </a:ext>
            </a:extLst>
          </p:cNvPr>
          <p:cNvSpPr>
            <a:spLocks xmlns:a="http://schemas.openxmlformats.org/drawingml/2006/main" noGrp="1"/>
          </p:cNvSpPr>
          <p:nvPr/>
        </p:nvSpPr>
        <p:spPr>
          <a:xfrm xmlns:a="http://schemas.openxmlformats.org/drawingml/2006/main">
            <a:off x="1143000" y="4965192"/>
            <a:ext cx="9893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700" b="1">
                <a:solidFill>
                  <a:srgbClr val="FFFFFF"/>
                </a:solidFill>
                <a:latin typeface="Aptos"/>
                <a:ea typeface="Aptos"/>
                <a:cs typeface="Aptos"/>
              </a:rPr>
              <a:t>AI chat, product and customer management, sales, encrypted settings</a:t>
            </a:r>
            <a:endParaRPr sz="1700"/>
          </a:p>
        </p:txBody>
      </p:sp>
    </p:spTree>
    <p:extLst>
      <p:ext uri="{BB962C8B-B14F-4D97-AF65-F5344CB8AC3E}">
        <p14:creationId xmlns:p14="http://schemas.microsoft.com/office/powerpoint/2010/main" val="1777869080"/>
      </p:ext>
    </p:extLst>
  </p:cSld>
</p:sld>
</file>

<file path=ppt/slides/slide1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620AAF-4009-4CD6-A4BA-A8ECA2F24A2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8E207C4-7823-4CE6-824E-253B899BD1E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CBB4B358-1C79-4660-B444-8532AD4451C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05913FD-4B93-420E-9054-8E3C9D67435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16 · REFLECTION</a:t>
            </a:r>
            <a:endParaRPr sz="900"/>
          </a:p>
        </p:txBody>
      </p:sp>
      <p:sp>
        <p:nvSpPr>
          <p:cNvPr id="6" name="Text 4">
            <a:extLst xmlns:a="http://schemas.openxmlformats.org/drawingml/2006/main">
              <a:ext uri="{FF2B5EF4-FFF2-40B4-BE49-F238E27FC236}">
                <a16:creationId xmlns:a16="http://schemas.microsoft.com/office/drawing/2014/main" id="{9EB8118C-78DD-4F33-9BC4-AF4FE67B88D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Lessons from an existing project</a:t>
            </a:r>
            <a:endParaRPr sz="2700"/>
          </a:p>
        </p:txBody>
      </p:sp>
      <p:sp>
        <p:nvSpPr>
          <p:cNvPr id="7" name="Shape 5">
            <a:extLst xmlns:a="http://schemas.openxmlformats.org/drawingml/2006/main">
              <a:ext uri="{FF2B5EF4-FFF2-40B4-BE49-F238E27FC236}">
                <a16:creationId xmlns:a16="http://schemas.microsoft.com/office/drawing/2014/main" id="{40E3F083-C9F8-4CC3-9C20-F766B4BB1EBB}"/>
              </a:ext>
            </a:extLst>
          </p:cNvPr>
          <p:cNvSpPr>
            <a:spLocks xmlns:a="http://schemas.openxmlformats.org/drawingml/2006/main" noGrp="1"/>
          </p:cNvSpPr>
          <p:nvPr/>
        </p:nvSpPr>
        <p:spPr>
          <a:xfrm xmlns:a="http://schemas.openxmlformats.org/drawingml/2006/main">
            <a:off x="68580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49997251-E92E-43EB-9AF8-8ED5F824D6A7}"/>
              </a:ext>
            </a:extLst>
          </p:cNvPr>
          <p:cNvSpPr>
            <a:spLocks xmlns:a="http://schemas.openxmlformats.org/drawingml/2006/main" noGrp="1"/>
          </p:cNvSpPr>
          <p:nvPr/>
        </p:nvSpPr>
        <p:spPr>
          <a:xfrm xmlns:a="http://schemas.openxmlformats.org/drawingml/2006/main">
            <a:off x="85039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Steering</a:t>
            </a:r>
            <a:endParaRPr sz="1400"/>
          </a:p>
        </p:txBody>
      </p:sp>
      <p:sp>
        <p:nvSpPr>
          <p:cNvPr id="9" name="Text 7">
            <a:extLst xmlns:a="http://schemas.openxmlformats.org/drawingml/2006/main">
              <a:ext uri="{FF2B5EF4-FFF2-40B4-BE49-F238E27FC236}">
                <a16:creationId xmlns:a16="http://schemas.microsoft.com/office/drawing/2014/main" id="{D119AD61-BBE9-48B9-87A2-3205347D7441}"/>
              </a:ext>
            </a:extLst>
          </p:cNvPr>
          <p:cNvSpPr>
            <a:spLocks xmlns:a="http://schemas.openxmlformats.org/drawingml/2006/main" noGrp="1"/>
          </p:cNvSpPr>
          <p:nvPr/>
        </p:nvSpPr>
        <p:spPr>
          <a:xfrm xmlns:a="http://schemas.openxmlformats.org/drawingml/2006/main">
            <a:off x="85039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Consistency</a:t>
            </a:r>
            <a:endParaRPr sz="1100"/>
          </a:p>
        </p:txBody>
      </p:sp>
      <p:sp>
        <p:nvSpPr>
          <p:cNvPr id="10" name="Shape 8">
            <a:extLst xmlns:a="http://schemas.openxmlformats.org/drawingml/2006/main">
              <a:ext uri="{FF2B5EF4-FFF2-40B4-BE49-F238E27FC236}">
                <a16:creationId xmlns:a16="http://schemas.microsoft.com/office/drawing/2014/main" id="{1ED7019D-44E0-47B4-A4FE-624ECE0E16F6}"/>
              </a:ext>
            </a:extLst>
          </p:cNvPr>
          <p:cNvSpPr>
            <a:spLocks xmlns:a="http://schemas.openxmlformats.org/drawingml/2006/main" noGrp="1"/>
          </p:cNvSpPr>
          <p:nvPr/>
        </p:nvSpPr>
        <p:spPr>
          <a:xfrm xmlns:a="http://schemas.openxmlformats.org/drawingml/2006/main">
            <a:off x="356616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2B953D50-1B51-4481-8349-ED9034F12A6E}"/>
              </a:ext>
            </a:extLst>
          </p:cNvPr>
          <p:cNvSpPr>
            <a:spLocks xmlns:a="http://schemas.openxmlformats.org/drawingml/2006/main" noGrp="1"/>
          </p:cNvSpPr>
          <p:nvPr/>
        </p:nvSpPr>
        <p:spPr>
          <a:xfrm xmlns:a="http://schemas.openxmlformats.org/drawingml/2006/main">
            <a:off x="373075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LTM</a:t>
            </a:r>
            <a:endParaRPr sz="1400"/>
          </a:p>
        </p:txBody>
      </p:sp>
      <p:sp>
        <p:nvSpPr>
          <p:cNvPr id="12" name="Text 10">
            <a:extLst xmlns:a="http://schemas.openxmlformats.org/drawingml/2006/main">
              <a:ext uri="{FF2B5EF4-FFF2-40B4-BE49-F238E27FC236}">
                <a16:creationId xmlns:a16="http://schemas.microsoft.com/office/drawing/2014/main" id="{839C483B-5C2A-4C5E-A084-6F8CBCD34E7B}"/>
              </a:ext>
            </a:extLst>
          </p:cNvPr>
          <p:cNvSpPr>
            <a:spLocks xmlns:a="http://schemas.openxmlformats.org/drawingml/2006/main" noGrp="1"/>
          </p:cNvSpPr>
          <p:nvPr/>
        </p:nvSpPr>
        <p:spPr>
          <a:xfrm xmlns:a="http://schemas.openxmlformats.org/drawingml/2006/main">
            <a:off x="373075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Continuity</a:t>
            </a:r>
            <a:endParaRPr sz="1100"/>
          </a:p>
        </p:txBody>
      </p:sp>
      <p:sp>
        <p:nvSpPr>
          <p:cNvPr id="13" name="Shape 11">
            <a:extLst xmlns:a="http://schemas.openxmlformats.org/drawingml/2006/main">
              <a:ext uri="{FF2B5EF4-FFF2-40B4-BE49-F238E27FC236}">
                <a16:creationId xmlns:a16="http://schemas.microsoft.com/office/drawing/2014/main" id="{7033EC91-AA30-4231-934C-3D8EC642596B}"/>
              </a:ext>
            </a:extLst>
          </p:cNvPr>
          <p:cNvSpPr>
            <a:spLocks xmlns:a="http://schemas.openxmlformats.org/drawingml/2006/main" noGrp="1"/>
          </p:cNvSpPr>
          <p:nvPr/>
        </p:nvSpPr>
        <p:spPr>
          <a:xfrm xmlns:a="http://schemas.openxmlformats.org/drawingml/2006/main">
            <a:off x="644652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5AEFF7FD-2D95-4CCD-A2BD-7B22F268A971}"/>
              </a:ext>
            </a:extLst>
          </p:cNvPr>
          <p:cNvSpPr>
            <a:spLocks xmlns:a="http://schemas.openxmlformats.org/drawingml/2006/main" noGrp="1"/>
          </p:cNvSpPr>
          <p:nvPr/>
        </p:nvSpPr>
        <p:spPr>
          <a:xfrm xmlns:a="http://schemas.openxmlformats.org/drawingml/2006/main">
            <a:off x="661111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Specs</a:t>
            </a:r>
            <a:endParaRPr sz="1400"/>
          </a:p>
        </p:txBody>
      </p:sp>
      <p:sp>
        <p:nvSpPr>
          <p:cNvPr id="15" name="Text 13">
            <a:extLst xmlns:a="http://schemas.openxmlformats.org/drawingml/2006/main">
              <a:ext uri="{FF2B5EF4-FFF2-40B4-BE49-F238E27FC236}">
                <a16:creationId xmlns:a16="http://schemas.microsoft.com/office/drawing/2014/main" id="{92EB21FC-B9B1-48B9-9CDA-9AFBA4411C8E}"/>
              </a:ext>
            </a:extLst>
          </p:cNvPr>
          <p:cNvSpPr>
            <a:spLocks xmlns:a="http://schemas.openxmlformats.org/drawingml/2006/main" noGrp="1"/>
          </p:cNvSpPr>
          <p:nvPr/>
        </p:nvSpPr>
        <p:spPr>
          <a:xfrm xmlns:a="http://schemas.openxmlformats.org/drawingml/2006/main">
            <a:off x="661111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Scope before code</a:t>
            </a:r>
            <a:endParaRPr sz="1100"/>
          </a:p>
        </p:txBody>
      </p:sp>
      <p:sp>
        <p:nvSpPr>
          <p:cNvPr id="16" name="Shape 14">
            <a:extLst xmlns:a="http://schemas.openxmlformats.org/drawingml/2006/main">
              <a:ext uri="{FF2B5EF4-FFF2-40B4-BE49-F238E27FC236}">
                <a16:creationId xmlns:a16="http://schemas.microsoft.com/office/drawing/2014/main" id="{D9C0EC17-830D-4CA9-8CEB-F0472D871730}"/>
              </a:ext>
            </a:extLst>
          </p:cNvPr>
          <p:cNvSpPr>
            <a:spLocks xmlns:a="http://schemas.openxmlformats.org/drawingml/2006/main" noGrp="1"/>
          </p:cNvSpPr>
          <p:nvPr/>
        </p:nvSpPr>
        <p:spPr>
          <a:xfrm xmlns:a="http://schemas.openxmlformats.org/drawingml/2006/main">
            <a:off x="932688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A20AED4-A6F0-4D71-9E9C-8ABCAEEB3667}"/>
              </a:ext>
            </a:extLst>
          </p:cNvPr>
          <p:cNvSpPr>
            <a:spLocks xmlns:a="http://schemas.openxmlformats.org/drawingml/2006/main" noGrp="1"/>
          </p:cNvSpPr>
          <p:nvPr/>
        </p:nvSpPr>
        <p:spPr>
          <a:xfrm xmlns:a="http://schemas.openxmlformats.org/drawingml/2006/main">
            <a:off x="949147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Waves</a:t>
            </a:r>
            <a:endParaRPr sz="1400"/>
          </a:p>
        </p:txBody>
      </p:sp>
      <p:sp>
        <p:nvSpPr>
          <p:cNvPr id="18" name="Text 16">
            <a:extLst xmlns:a="http://schemas.openxmlformats.org/drawingml/2006/main">
              <a:ext uri="{FF2B5EF4-FFF2-40B4-BE49-F238E27FC236}">
                <a16:creationId xmlns:a16="http://schemas.microsoft.com/office/drawing/2014/main" id="{84B62093-6430-4DB7-A523-95DE07874BC1}"/>
              </a:ext>
            </a:extLst>
          </p:cNvPr>
          <p:cNvSpPr>
            <a:spLocks xmlns:a="http://schemas.openxmlformats.org/drawingml/2006/main" noGrp="1"/>
          </p:cNvSpPr>
          <p:nvPr/>
        </p:nvSpPr>
        <p:spPr>
          <a:xfrm xmlns:a="http://schemas.openxmlformats.org/drawingml/2006/main">
            <a:off x="949147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Dependency planning</a:t>
            </a:r>
            <a:endParaRPr sz="1100"/>
          </a:p>
        </p:txBody>
      </p:sp>
      <p:sp>
        <p:nvSpPr>
          <p:cNvPr id="19" name="Shape 17">
            <a:extLst xmlns:a="http://schemas.openxmlformats.org/drawingml/2006/main">
              <a:ext uri="{FF2B5EF4-FFF2-40B4-BE49-F238E27FC236}">
                <a16:creationId xmlns:a16="http://schemas.microsoft.com/office/drawing/2014/main" id="{3C8A92EA-78AF-4D8E-AECA-4A8D6E7B4AC0}"/>
              </a:ext>
            </a:extLst>
          </p:cNvPr>
          <p:cNvSpPr>
            <a:spLocks xmlns:a="http://schemas.openxmlformats.org/drawingml/2006/main" noGrp="1"/>
          </p:cNvSpPr>
          <p:nvPr/>
        </p:nvSpPr>
        <p:spPr>
          <a:xfrm xmlns:a="http://schemas.openxmlformats.org/drawingml/2006/main">
            <a:off x="68580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92907F48-152E-4D7A-B807-8D545AE96C13}"/>
              </a:ext>
            </a:extLst>
          </p:cNvPr>
          <p:cNvSpPr>
            <a:spLocks xmlns:a="http://schemas.openxmlformats.org/drawingml/2006/main" noGrp="1"/>
          </p:cNvSpPr>
          <p:nvPr/>
        </p:nvSpPr>
        <p:spPr>
          <a:xfrm xmlns:a="http://schemas.openxmlformats.org/drawingml/2006/main">
            <a:off x="85039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NL→SQL</a:t>
            </a:r>
            <a:endParaRPr sz="1400"/>
          </a:p>
        </p:txBody>
      </p:sp>
      <p:sp>
        <p:nvSpPr>
          <p:cNvPr id="21" name="Text 19">
            <a:extLst xmlns:a="http://schemas.openxmlformats.org/drawingml/2006/main">
              <a:ext uri="{FF2B5EF4-FFF2-40B4-BE49-F238E27FC236}">
                <a16:creationId xmlns:a16="http://schemas.microsoft.com/office/drawing/2014/main" id="{9973C83B-3976-48E0-ABB1-D7FB63DFC4F8}"/>
              </a:ext>
            </a:extLst>
          </p:cNvPr>
          <p:cNvSpPr>
            <a:spLocks xmlns:a="http://schemas.openxmlformats.org/drawingml/2006/main" noGrp="1"/>
          </p:cNvSpPr>
          <p:nvPr/>
        </p:nvSpPr>
        <p:spPr>
          <a:xfrm xmlns:a="http://schemas.openxmlformats.org/drawingml/2006/main">
            <a:off x="85039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Defense in depth</a:t>
            </a:r>
            <a:endParaRPr sz="1100"/>
          </a:p>
        </p:txBody>
      </p:sp>
      <p:sp>
        <p:nvSpPr>
          <p:cNvPr id="22" name="Shape 20">
            <a:extLst xmlns:a="http://schemas.openxmlformats.org/drawingml/2006/main">
              <a:ext uri="{FF2B5EF4-FFF2-40B4-BE49-F238E27FC236}">
                <a16:creationId xmlns:a16="http://schemas.microsoft.com/office/drawing/2014/main" id="{A8CAD0D9-695A-41A5-AC0B-BAB0C6A45227}"/>
              </a:ext>
            </a:extLst>
          </p:cNvPr>
          <p:cNvSpPr>
            <a:spLocks xmlns:a="http://schemas.openxmlformats.org/drawingml/2006/main" noGrp="1"/>
          </p:cNvSpPr>
          <p:nvPr/>
        </p:nvSpPr>
        <p:spPr>
          <a:xfrm xmlns:a="http://schemas.openxmlformats.org/drawingml/2006/main">
            <a:off x="356616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4FD2D8AC-E1CF-4FE8-A65D-4F652203FC94}"/>
              </a:ext>
            </a:extLst>
          </p:cNvPr>
          <p:cNvSpPr>
            <a:spLocks xmlns:a="http://schemas.openxmlformats.org/drawingml/2006/main" noGrp="1"/>
          </p:cNvSpPr>
          <p:nvPr/>
        </p:nvSpPr>
        <p:spPr>
          <a:xfrm xmlns:a="http://schemas.openxmlformats.org/drawingml/2006/main">
            <a:off x="373075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HTMX</a:t>
            </a:r>
            <a:endParaRPr sz="1400"/>
          </a:p>
        </p:txBody>
      </p:sp>
      <p:sp>
        <p:nvSpPr>
          <p:cNvPr id="24" name="Text 22">
            <a:extLst xmlns:a="http://schemas.openxmlformats.org/drawingml/2006/main">
              <a:ext uri="{FF2B5EF4-FFF2-40B4-BE49-F238E27FC236}">
                <a16:creationId xmlns:a16="http://schemas.microsoft.com/office/drawing/2014/main" id="{63AF27EA-1D0A-41A8-9FDD-C32827F8769D}"/>
              </a:ext>
            </a:extLst>
          </p:cNvPr>
          <p:cNvSpPr>
            <a:spLocks xmlns:a="http://schemas.openxmlformats.org/drawingml/2006/main" noGrp="1"/>
          </p:cNvSpPr>
          <p:nvPr/>
        </p:nvSpPr>
        <p:spPr>
          <a:xfrm xmlns:a="http://schemas.openxmlformats.org/drawingml/2006/main">
            <a:off x="373075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Simple frontend</a:t>
            </a:r>
            <a:endParaRPr sz="1100"/>
          </a:p>
        </p:txBody>
      </p:sp>
      <p:sp>
        <p:nvSpPr>
          <p:cNvPr id="25" name="Shape 23">
            <a:extLst xmlns:a="http://schemas.openxmlformats.org/drawingml/2006/main">
              <a:ext uri="{FF2B5EF4-FFF2-40B4-BE49-F238E27FC236}">
                <a16:creationId xmlns:a16="http://schemas.microsoft.com/office/drawing/2014/main" id="{D2B50342-F20C-4AF0-92A6-25213586A0B2}"/>
              </a:ext>
            </a:extLst>
          </p:cNvPr>
          <p:cNvSpPr>
            <a:spLocks xmlns:a="http://schemas.openxmlformats.org/drawingml/2006/main" noGrp="1"/>
          </p:cNvSpPr>
          <p:nvPr/>
        </p:nvSpPr>
        <p:spPr>
          <a:xfrm xmlns:a="http://schemas.openxmlformats.org/drawingml/2006/main">
            <a:off x="644652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E0632F1B-5B52-46F7-BF3E-3C136D734188}"/>
              </a:ext>
            </a:extLst>
          </p:cNvPr>
          <p:cNvSpPr>
            <a:spLocks xmlns:a="http://schemas.openxmlformats.org/drawingml/2006/main" noGrp="1"/>
          </p:cNvSpPr>
          <p:nvPr/>
        </p:nvSpPr>
        <p:spPr>
          <a:xfrm xmlns:a="http://schemas.openxmlformats.org/drawingml/2006/main">
            <a:off x="661111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AES-GCM</a:t>
            </a:r>
            <a:endParaRPr sz="1400"/>
          </a:p>
        </p:txBody>
      </p:sp>
      <p:sp>
        <p:nvSpPr>
          <p:cNvPr id="27" name="Text 25">
            <a:extLst xmlns:a="http://schemas.openxmlformats.org/drawingml/2006/main">
              <a:ext uri="{FF2B5EF4-FFF2-40B4-BE49-F238E27FC236}">
                <a16:creationId xmlns:a16="http://schemas.microsoft.com/office/drawing/2014/main" id="{B86B5F51-BD3C-47C6-90F1-B75262849550}"/>
              </a:ext>
            </a:extLst>
          </p:cNvPr>
          <p:cNvSpPr>
            <a:spLocks xmlns:a="http://schemas.openxmlformats.org/drawingml/2006/main" noGrp="1"/>
          </p:cNvSpPr>
          <p:nvPr/>
        </p:nvSpPr>
        <p:spPr>
          <a:xfrm xmlns:a="http://schemas.openxmlformats.org/drawingml/2006/main">
            <a:off x="661111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Protected secrets</a:t>
            </a:r>
            <a:endParaRPr sz="1100"/>
          </a:p>
        </p:txBody>
      </p:sp>
      <p:sp>
        <p:nvSpPr>
          <p:cNvPr id="28" name="Shape 26">
            <a:extLst xmlns:a="http://schemas.openxmlformats.org/drawingml/2006/main">
              <a:ext uri="{FF2B5EF4-FFF2-40B4-BE49-F238E27FC236}">
                <a16:creationId xmlns:a16="http://schemas.microsoft.com/office/drawing/2014/main" id="{A84ED530-55CA-41F7-8133-EC530D3DA733}"/>
              </a:ext>
            </a:extLst>
          </p:cNvPr>
          <p:cNvSpPr>
            <a:spLocks xmlns:a="http://schemas.openxmlformats.org/drawingml/2006/main" noGrp="1"/>
          </p:cNvSpPr>
          <p:nvPr/>
        </p:nvSpPr>
        <p:spPr>
          <a:xfrm xmlns:a="http://schemas.openxmlformats.org/drawingml/2006/main">
            <a:off x="932688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15C5A4C6-608C-4207-8918-9805373315B4}"/>
              </a:ext>
            </a:extLst>
          </p:cNvPr>
          <p:cNvSpPr>
            <a:spLocks xmlns:a="http://schemas.openxmlformats.org/drawingml/2006/main" noGrp="1"/>
          </p:cNvSpPr>
          <p:nvPr/>
        </p:nvSpPr>
        <p:spPr>
          <a:xfrm xmlns:a="http://schemas.openxmlformats.org/drawingml/2006/main">
            <a:off x="949147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Property tests</a:t>
            </a:r>
            <a:endParaRPr sz="1400"/>
          </a:p>
        </p:txBody>
      </p:sp>
      <p:sp>
        <p:nvSpPr>
          <p:cNvPr id="30" name="Text 28">
            <a:extLst xmlns:a="http://schemas.openxmlformats.org/drawingml/2006/main">
              <a:ext uri="{FF2B5EF4-FFF2-40B4-BE49-F238E27FC236}">
                <a16:creationId xmlns:a16="http://schemas.microsoft.com/office/drawing/2014/main" id="{447C7F4D-F7A2-4183-A479-512BB1D41FCD}"/>
              </a:ext>
            </a:extLst>
          </p:cNvPr>
          <p:cNvSpPr>
            <a:spLocks xmlns:a="http://schemas.openxmlformats.org/drawingml/2006/main" noGrp="1"/>
          </p:cNvSpPr>
          <p:nvPr/>
        </p:nvSpPr>
        <p:spPr>
          <a:xfrm xmlns:a="http://schemas.openxmlformats.org/drawingml/2006/main">
            <a:off x="949147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Broader input coverage</a:t>
            </a:r>
            <a:endParaRPr sz="1100"/>
          </a:p>
        </p:txBody>
      </p:sp>
      <p:sp>
        <p:nvSpPr>
          <p:cNvPr id="31" name="Text 29">
            <a:extLst xmlns:a="http://schemas.openxmlformats.org/drawingml/2006/main">
              <a:ext uri="{FF2B5EF4-FFF2-40B4-BE49-F238E27FC236}">
                <a16:creationId xmlns:a16="http://schemas.microsoft.com/office/drawing/2014/main" id="{195F65C3-3743-4FF7-84D3-666DCD9B44AF}"/>
              </a:ext>
            </a:extLst>
          </p:cNvPr>
          <p:cNvSpPr>
            <a:spLocks xmlns:a="http://schemas.openxmlformats.org/drawingml/2006/main" noGrp="1"/>
          </p:cNvSpPr>
          <p:nvPr/>
        </p:nvSpPr>
        <p:spPr>
          <a:xfrm xmlns:a="http://schemas.openxmlformats.org/drawingml/2006/main">
            <a:off x="3172968" y="5413248"/>
            <a:ext cx="5852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900" b="1">
                <a:solidFill>
                  <a:srgbClr val="31D7FF"/>
                </a:solidFill>
                <a:latin typeface="Aptos"/>
                <a:ea typeface="Aptos"/>
                <a:cs typeface="Aptos"/>
              </a:rPr>
              <a:t>People direct the work. AI supports execution.</a:t>
            </a:r>
            <a:endParaRPr sz="1900"/>
          </a:p>
        </p:txBody>
      </p:sp>
    </p:spTree>
    <p:extLst>
      <p:ext uri="{BB962C8B-B14F-4D97-AF65-F5344CB8AC3E}">
        <p14:creationId xmlns:p14="http://schemas.microsoft.com/office/powerpoint/2010/main" val="186308560"/>
      </p:ext>
    </p:extLst>
  </p:cSld>
</p:sld>
</file>

<file path=ppt/slides/slide1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583EF1-A27F-41F8-A784-FD661F00D905}"/>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22E5D09-C0EC-4061-B137-1B53BA0B4AC0}"/>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09102F41-DFB9-43BF-9FE9-EB2DDA994605}"/>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D54CB3F-79CB-43E0-82A5-4310A8C34763}"/>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17 · AWS OPTION</a:t>
            </a:r>
            <a:endParaRPr sz="900"/>
          </a:p>
        </p:txBody>
      </p:sp>
      <p:sp>
        <p:nvSpPr>
          <p:cNvPr id="6" name="Text 4">
            <a:extLst xmlns:a="http://schemas.openxmlformats.org/drawingml/2006/main">
              <a:ext uri="{FF2B5EF4-FFF2-40B4-BE49-F238E27FC236}">
                <a16:creationId xmlns:a16="http://schemas.microsoft.com/office/drawing/2014/main" id="{A95FE8C2-45C7-4214-B97C-7CF8FF967A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Existing AWS integration code</a:t>
            </a:r>
            <a:endParaRPr sz="2700"/>
          </a:p>
        </p:txBody>
      </p:sp>
      <p:sp>
        <p:nvSpPr>
          <p:cNvPr id="7" name="Shape 5">
            <a:extLst xmlns:a="http://schemas.openxmlformats.org/drawingml/2006/main">
              <a:ext uri="{FF2B5EF4-FFF2-40B4-BE49-F238E27FC236}">
                <a16:creationId xmlns:a16="http://schemas.microsoft.com/office/drawing/2014/main" id="{FDA2FC51-4522-4429-ADFB-949903F66FA2}"/>
              </a:ext>
            </a:extLst>
          </p:cNvPr>
          <p:cNvSpPr>
            <a:spLocks xmlns:a="http://schemas.openxmlformats.org/drawingml/2006/main" noGrp="1"/>
          </p:cNvSpPr>
          <p:nvPr/>
        </p:nvSpPr>
        <p:spPr>
          <a:xfrm xmlns:a="http://schemas.openxmlformats.org/drawingml/2006/main">
            <a:off x="65836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65C8305C-151A-4FB2-9EF2-4BBD48E00B26}"/>
              </a:ext>
            </a:extLst>
          </p:cNvPr>
          <p:cNvSpPr>
            <a:spLocks xmlns:a="http://schemas.openxmlformats.org/drawingml/2006/main" noGrp="1"/>
          </p:cNvSpPr>
          <p:nvPr/>
        </p:nvSpPr>
        <p:spPr>
          <a:xfrm xmlns:a="http://schemas.openxmlformats.org/drawingml/2006/main">
            <a:off x="79552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31D7FF"/>
                </a:solidFill>
                <a:latin typeface="Aptos"/>
                <a:ea typeface="Aptos"/>
                <a:cs typeface="Aptos"/>
              </a:rPr>
              <a:t>BROWSER</a:t>
            </a:r>
            <a:endParaRPr sz="900"/>
          </a:p>
        </p:txBody>
      </p:sp>
      <p:sp>
        <p:nvSpPr>
          <p:cNvPr id="9" name="Text 7">
            <a:extLst xmlns:a="http://schemas.openxmlformats.org/drawingml/2006/main">
              <a:ext uri="{FF2B5EF4-FFF2-40B4-BE49-F238E27FC236}">
                <a16:creationId xmlns:a16="http://schemas.microsoft.com/office/drawing/2014/main" id="{3131DF4C-A77C-446C-AAB3-874A8D6C2654}"/>
              </a:ext>
            </a:extLst>
          </p:cNvPr>
          <p:cNvSpPr>
            <a:spLocks xmlns:a="http://schemas.openxmlformats.org/drawingml/2006/main" noGrp="1"/>
          </p:cNvSpPr>
          <p:nvPr/>
        </p:nvSpPr>
        <p:spPr>
          <a:xfrm xmlns:a="http://schemas.openxmlformats.org/drawingml/2006/main">
            <a:off x="79552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S3 + CloudFront</a:t>
            </a:r>
            <a:endParaRPr sz="1000"/>
          </a:p>
        </p:txBody>
      </p:sp>
      <p:sp>
        <p:nvSpPr>
          <p:cNvPr id="10" name="Shape 8">
            <a:extLst xmlns:a="http://schemas.openxmlformats.org/drawingml/2006/main">
              <a:ext uri="{FF2B5EF4-FFF2-40B4-BE49-F238E27FC236}">
                <a16:creationId xmlns:a16="http://schemas.microsoft.com/office/drawing/2014/main" id="{56F3E4D5-60CF-42C6-95C3-6C8B8D2FFD5A}"/>
              </a:ext>
            </a:extLst>
          </p:cNvPr>
          <p:cNvSpPr>
            <a:spLocks xmlns:a="http://schemas.openxmlformats.org/drawingml/2006/main" noGrp="1"/>
          </p:cNvSpPr>
          <p:nvPr/>
        </p:nvSpPr>
        <p:spPr>
          <a:xfrm xmlns:a="http://schemas.openxmlformats.org/drawingml/2006/main">
            <a:off x="276148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0F1FF13A-F8DA-4A2C-B42D-45B961266D0D}"/>
              </a:ext>
            </a:extLst>
          </p:cNvPr>
          <p:cNvSpPr>
            <a:spLocks xmlns:a="http://schemas.openxmlformats.org/drawingml/2006/main" noGrp="1"/>
          </p:cNvSpPr>
          <p:nvPr/>
        </p:nvSpPr>
        <p:spPr>
          <a:xfrm xmlns:a="http://schemas.openxmlformats.org/drawingml/2006/main">
            <a:off x="289864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API</a:t>
            </a:r>
            <a:endParaRPr sz="900"/>
          </a:p>
        </p:txBody>
      </p:sp>
      <p:sp>
        <p:nvSpPr>
          <p:cNvPr id="12" name="Text 10">
            <a:extLst xmlns:a="http://schemas.openxmlformats.org/drawingml/2006/main">
              <a:ext uri="{FF2B5EF4-FFF2-40B4-BE49-F238E27FC236}">
                <a16:creationId xmlns:a16="http://schemas.microsoft.com/office/drawing/2014/main" id="{D8D571C1-9973-4B56-BFF4-7DD91093110E}"/>
              </a:ext>
            </a:extLst>
          </p:cNvPr>
          <p:cNvSpPr>
            <a:spLocks xmlns:a="http://schemas.openxmlformats.org/drawingml/2006/main" noGrp="1"/>
          </p:cNvSpPr>
          <p:nvPr/>
        </p:nvSpPr>
        <p:spPr>
          <a:xfrm xmlns:a="http://schemas.openxmlformats.org/drawingml/2006/main">
            <a:off x="289864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API Gateway</a:t>
            </a:r>
            <a:endParaRPr sz="1000"/>
          </a:p>
        </p:txBody>
      </p:sp>
      <p:sp>
        <p:nvSpPr>
          <p:cNvPr id="13" name="Shape 11">
            <a:extLst xmlns:a="http://schemas.openxmlformats.org/drawingml/2006/main">
              <a:ext uri="{FF2B5EF4-FFF2-40B4-BE49-F238E27FC236}">
                <a16:creationId xmlns:a16="http://schemas.microsoft.com/office/drawing/2014/main" id="{1B5C791F-D6C5-460D-83C0-F151C38F7FB7}"/>
              </a:ext>
            </a:extLst>
          </p:cNvPr>
          <p:cNvSpPr>
            <a:spLocks xmlns:a="http://schemas.openxmlformats.org/drawingml/2006/main" noGrp="1"/>
          </p:cNvSpPr>
          <p:nvPr/>
        </p:nvSpPr>
        <p:spPr>
          <a:xfrm xmlns:a="http://schemas.openxmlformats.org/drawingml/2006/main">
            <a:off x="4864608" y="1856232"/>
            <a:ext cx="1719072" cy="822960"/>
          </a:xfrm>
          <a:prstGeom xmlns:a="http://schemas.openxmlformats.org/drawingml/2006/main" prst="roundRect">
            <a:avLst>
              <a:gd name="adj" fmla="val 17778"/>
            </a:avLst>
          </a:prstGeom>
          <a:solidFill xmlns:a="http://schemas.openxmlformats.org/drawingml/2006/main">
            <a:srgbClr val="142C42"/>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DC863B14-C01E-49DA-A373-813A4AF2C2E4}"/>
              </a:ext>
            </a:extLst>
          </p:cNvPr>
          <p:cNvSpPr>
            <a:spLocks xmlns:a="http://schemas.openxmlformats.org/drawingml/2006/main" noGrp="1"/>
          </p:cNvSpPr>
          <p:nvPr/>
        </p:nvSpPr>
        <p:spPr>
          <a:xfrm xmlns:a="http://schemas.openxmlformats.org/drawingml/2006/main">
            <a:off x="500176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6B6B"/>
                </a:solidFill>
                <a:latin typeface="Aptos"/>
                <a:ea typeface="Aptos"/>
                <a:cs typeface="Aptos"/>
              </a:rPr>
              <a:t>COMPUTE</a:t>
            </a:r>
            <a:endParaRPr sz="900"/>
          </a:p>
        </p:txBody>
      </p:sp>
      <p:sp>
        <p:nvSpPr>
          <p:cNvPr id="15" name="Text 13">
            <a:extLst xmlns:a="http://schemas.openxmlformats.org/drawingml/2006/main">
              <a:ext uri="{FF2B5EF4-FFF2-40B4-BE49-F238E27FC236}">
                <a16:creationId xmlns:a16="http://schemas.microsoft.com/office/drawing/2014/main" id="{830DFF8C-77AB-467A-B5BB-8473F9F69FBA}"/>
              </a:ext>
            </a:extLst>
          </p:cNvPr>
          <p:cNvSpPr>
            <a:spLocks xmlns:a="http://schemas.openxmlformats.org/drawingml/2006/main" noGrp="1"/>
          </p:cNvSpPr>
          <p:nvPr/>
        </p:nvSpPr>
        <p:spPr>
          <a:xfrm xmlns:a="http://schemas.openxmlformats.org/drawingml/2006/main">
            <a:off x="500176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Lambda Go ARM64</a:t>
            </a:r>
            <a:endParaRPr sz="1000"/>
          </a:p>
        </p:txBody>
      </p:sp>
      <p:sp>
        <p:nvSpPr>
          <p:cNvPr id="16" name="Shape 14">
            <a:extLst xmlns:a="http://schemas.openxmlformats.org/drawingml/2006/main">
              <a:ext uri="{FF2B5EF4-FFF2-40B4-BE49-F238E27FC236}">
                <a16:creationId xmlns:a16="http://schemas.microsoft.com/office/drawing/2014/main" id="{64F8364A-A311-48BA-B90C-D1B7C9B21D0C}"/>
              </a:ext>
            </a:extLst>
          </p:cNvPr>
          <p:cNvSpPr>
            <a:spLocks xmlns:a="http://schemas.openxmlformats.org/drawingml/2006/main" noGrp="1"/>
          </p:cNvSpPr>
          <p:nvPr/>
        </p:nvSpPr>
        <p:spPr>
          <a:xfrm xmlns:a="http://schemas.openxmlformats.org/drawingml/2006/main">
            <a:off x="7543800" y="1444752"/>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E8592CA-557D-43E2-85BF-3E1A0B56FD0F}"/>
              </a:ext>
            </a:extLst>
          </p:cNvPr>
          <p:cNvSpPr>
            <a:spLocks xmlns:a="http://schemas.openxmlformats.org/drawingml/2006/main" noGrp="1"/>
          </p:cNvSpPr>
          <p:nvPr/>
        </p:nvSpPr>
        <p:spPr>
          <a:xfrm xmlns:a="http://schemas.openxmlformats.org/drawingml/2006/main">
            <a:off x="7680960" y="1591056"/>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55E6A5"/>
                </a:solidFill>
                <a:latin typeface="Aptos"/>
                <a:ea typeface="Aptos"/>
                <a:cs typeface="Aptos"/>
              </a:rPr>
              <a:t>DATA</a:t>
            </a:r>
            <a:endParaRPr sz="900"/>
          </a:p>
        </p:txBody>
      </p:sp>
      <p:sp>
        <p:nvSpPr>
          <p:cNvPr id="18" name="Text 16">
            <a:extLst xmlns:a="http://schemas.openxmlformats.org/drawingml/2006/main">
              <a:ext uri="{FF2B5EF4-FFF2-40B4-BE49-F238E27FC236}">
                <a16:creationId xmlns:a16="http://schemas.microsoft.com/office/drawing/2014/main" id="{B1B145A3-E4D9-4AAB-93E8-66221101A8AB}"/>
              </a:ext>
            </a:extLst>
          </p:cNvPr>
          <p:cNvSpPr>
            <a:spLocks xmlns:a="http://schemas.openxmlformats.org/drawingml/2006/main" noGrp="1"/>
          </p:cNvSpPr>
          <p:nvPr/>
        </p:nvSpPr>
        <p:spPr>
          <a:xfrm xmlns:a="http://schemas.openxmlformats.org/drawingml/2006/main">
            <a:off x="7680960" y="1883664"/>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RDS PostgreSQL</a:t>
            </a:r>
            <a:endParaRPr sz="1000"/>
          </a:p>
        </p:txBody>
      </p:sp>
      <p:sp>
        <p:nvSpPr>
          <p:cNvPr id="19" name="Shape 17">
            <a:extLst xmlns:a="http://schemas.openxmlformats.org/drawingml/2006/main">
              <a:ext uri="{FF2B5EF4-FFF2-40B4-BE49-F238E27FC236}">
                <a16:creationId xmlns:a16="http://schemas.microsoft.com/office/drawing/2014/main" id="{CE255384-0579-47D6-89DB-43003B02198D}"/>
              </a:ext>
            </a:extLst>
          </p:cNvPr>
          <p:cNvSpPr>
            <a:spLocks xmlns:a="http://schemas.openxmlformats.org/drawingml/2006/main" noGrp="1"/>
          </p:cNvSpPr>
          <p:nvPr/>
        </p:nvSpPr>
        <p:spPr>
          <a:xfrm xmlns:a="http://schemas.openxmlformats.org/drawingml/2006/main">
            <a:off x="7543800" y="2743200"/>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B3FEAAA3-BFC4-445F-AC27-97A5A7BA279A}"/>
              </a:ext>
            </a:extLst>
          </p:cNvPr>
          <p:cNvSpPr>
            <a:spLocks xmlns:a="http://schemas.openxmlformats.org/drawingml/2006/main" noGrp="1"/>
          </p:cNvSpPr>
          <p:nvPr/>
        </p:nvSpPr>
        <p:spPr>
          <a:xfrm xmlns:a="http://schemas.openxmlformats.org/drawingml/2006/main">
            <a:off x="7680960" y="2889504"/>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AI</a:t>
            </a:r>
            <a:endParaRPr sz="900"/>
          </a:p>
        </p:txBody>
      </p:sp>
      <p:sp>
        <p:nvSpPr>
          <p:cNvPr id="21" name="Text 19">
            <a:extLst xmlns:a="http://schemas.openxmlformats.org/drawingml/2006/main">
              <a:ext uri="{FF2B5EF4-FFF2-40B4-BE49-F238E27FC236}">
                <a16:creationId xmlns:a16="http://schemas.microsoft.com/office/drawing/2014/main" id="{C4062A04-EAC1-4520-A47D-6FB4E3DE9CD9}"/>
              </a:ext>
            </a:extLst>
          </p:cNvPr>
          <p:cNvSpPr>
            <a:spLocks xmlns:a="http://schemas.openxmlformats.org/drawingml/2006/main" noGrp="1"/>
          </p:cNvSpPr>
          <p:nvPr/>
        </p:nvSpPr>
        <p:spPr>
          <a:xfrm xmlns:a="http://schemas.openxmlformats.org/drawingml/2006/main">
            <a:off x="7680960" y="3182112"/>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Bedrock Haiku</a:t>
            </a:r>
            <a:endParaRPr sz="1000"/>
          </a:p>
        </p:txBody>
      </p:sp>
      <p:sp>
        <p:nvSpPr>
          <p:cNvPr id="22" name="Shape 20">
            <a:extLst xmlns:a="http://schemas.openxmlformats.org/drawingml/2006/main">
              <a:ext uri="{FF2B5EF4-FFF2-40B4-BE49-F238E27FC236}">
                <a16:creationId xmlns:a16="http://schemas.microsoft.com/office/drawing/2014/main" id="{057FA64A-01CE-4A9F-8D12-D21ACE22E20C}"/>
              </a:ext>
            </a:extLst>
          </p:cNvPr>
          <p:cNvSpPr>
            <a:spLocks xmlns:a="http://schemas.openxmlformats.org/drawingml/2006/main" noGrp="1"/>
          </p:cNvSpPr>
          <p:nvPr/>
        </p:nvSpPr>
        <p:spPr>
          <a:xfrm xmlns:a="http://schemas.openxmlformats.org/drawingml/2006/main">
            <a:off x="7543800" y="4041648"/>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022C17EF-A2DA-47A8-A711-733F10425732}"/>
              </a:ext>
            </a:extLst>
          </p:cNvPr>
          <p:cNvSpPr>
            <a:spLocks xmlns:a="http://schemas.openxmlformats.org/drawingml/2006/main" noGrp="1"/>
          </p:cNvSpPr>
          <p:nvPr/>
        </p:nvSpPr>
        <p:spPr>
          <a:xfrm xmlns:a="http://schemas.openxmlformats.org/drawingml/2006/main">
            <a:off x="7680960" y="4187952"/>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C857"/>
                </a:solidFill>
                <a:latin typeface="Aptos"/>
                <a:ea typeface="Aptos"/>
                <a:cs typeface="Aptos"/>
              </a:rPr>
              <a:t>SECRETS</a:t>
            </a:r>
            <a:endParaRPr sz="900"/>
          </a:p>
        </p:txBody>
      </p:sp>
      <p:sp>
        <p:nvSpPr>
          <p:cNvPr id="24" name="Text 22">
            <a:extLst xmlns:a="http://schemas.openxmlformats.org/drawingml/2006/main">
              <a:ext uri="{FF2B5EF4-FFF2-40B4-BE49-F238E27FC236}">
                <a16:creationId xmlns:a16="http://schemas.microsoft.com/office/drawing/2014/main" id="{6EA14F8B-7B4F-4D66-AEE4-D4A8E64EA8A4}"/>
              </a:ext>
            </a:extLst>
          </p:cNvPr>
          <p:cNvSpPr>
            <a:spLocks xmlns:a="http://schemas.openxmlformats.org/drawingml/2006/main" noGrp="1"/>
          </p:cNvSpPr>
          <p:nvPr/>
        </p:nvSpPr>
        <p:spPr>
          <a:xfrm xmlns:a="http://schemas.openxmlformats.org/drawingml/2006/main">
            <a:off x="7680960" y="4480560"/>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Secrets Manager</a:t>
            </a:r>
            <a:endParaRPr sz="1000"/>
          </a:p>
        </p:txBody>
      </p:sp>
      <p:sp>
        <p:nvSpPr>
          <p:cNvPr id="25" name="Shape 23">
            <a:extLst xmlns:a="http://schemas.openxmlformats.org/drawingml/2006/main">
              <a:ext uri="{FF2B5EF4-FFF2-40B4-BE49-F238E27FC236}">
                <a16:creationId xmlns:a16="http://schemas.microsoft.com/office/drawing/2014/main" id="{D2DF0666-C003-4836-9E8B-2D9274B812B0}"/>
              </a:ext>
            </a:extLst>
          </p:cNvPr>
          <p:cNvSpPr>
            <a:spLocks xmlns:a="http://schemas.openxmlformats.org/drawingml/2006/main" noGrp="1"/>
          </p:cNvSpPr>
          <p:nvPr/>
        </p:nvSpPr>
        <p:spPr>
          <a:xfrm xmlns:a="http://schemas.openxmlformats.org/drawingml/2006/main">
            <a:off x="2414016" y="2267712"/>
            <a:ext cx="29260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CFC0757B-6913-4FC5-8A86-ED909471B7CC}"/>
              </a:ext>
            </a:extLst>
          </p:cNvPr>
          <p:cNvSpPr>
            <a:spLocks xmlns:a="http://schemas.openxmlformats.org/drawingml/2006/main" noGrp="1"/>
          </p:cNvSpPr>
          <p:nvPr/>
        </p:nvSpPr>
        <p:spPr>
          <a:xfrm xmlns:a="http://schemas.openxmlformats.org/drawingml/2006/main">
            <a:off x="4517136" y="2267712"/>
            <a:ext cx="29260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7" name="Shape 25">
            <a:extLst xmlns:a="http://schemas.openxmlformats.org/drawingml/2006/main">
              <a:ext uri="{FF2B5EF4-FFF2-40B4-BE49-F238E27FC236}">
                <a16:creationId xmlns:a16="http://schemas.microsoft.com/office/drawing/2014/main" id="{41520CF6-6384-48E4-B729-A5AB1453C10C}"/>
              </a:ext>
            </a:extLst>
          </p:cNvPr>
          <p:cNvSpPr>
            <a:spLocks xmlns:a="http://schemas.openxmlformats.org/drawingml/2006/main" noGrp="1"/>
          </p:cNvSpPr>
          <p:nvPr/>
        </p:nvSpPr>
        <p:spPr>
          <a:xfrm xmlns:a="http://schemas.openxmlformats.org/drawingml/2006/main">
            <a:off x="6583680" y="1856232"/>
            <a:ext cx="896112" cy="411480"/>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8" name="Shape 26">
            <a:extLst xmlns:a="http://schemas.openxmlformats.org/drawingml/2006/main">
              <a:ext uri="{FF2B5EF4-FFF2-40B4-BE49-F238E27FC236}">
                <a16:creationId xmlns:a16="http://schemas.microsoft.com/office/drawing/2014/main" id="{DB2E4315-A132-45A7-9FED-703330CE6727}"/>
              </a:ext>
            </a:extLst>
          </p:cNvPr>
          <p:cNvSpPr>
            <a:spLocks xmlns:a="http://schemas.openxmlformats.org/drawingml/2006/main" noGrp="1"/>
          </p:cNvSpPr>
          <p:nvPr/>
        </p:nvSpPr>
        <p:spPr>
          <a:xfrm xmlns:a="http://schemas.openxmlformats.org/drawingml/2006/main">
            <a:off x="6583680" y="2267712"/>
            <a:ext cx="896112" cy="886968"/>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9" name="Shape 27">
            <a:extLst xmlns:a="http://schemas.openxmlformats.org/drawingml/2006/main">
              <a:ext uri="{FF2B5EF4-FFF2-40B4-BE49-F238E27FC236}">
                <a16:creationId xmlns:a16="http://schemas.microsoft.com/office/drawing/2014/main" id="{C72A3E35-CE2D-4623-B788-992DB58281DA}"/>
              </a:ext>
            </a:extLst>
          </p:cNvPr>
          <p:cNvSpPr>
            <a:spLocks xmlns:a="http://schemas.openxmlformats.org/drawingml/2006/main" noGrp="1"/>
          </p:cNvSpPr>
          <p:nvPr/>
        </p:nvSpPr>
        <p:spPr>
          <a:xfrm xmlns:a="http://schemas.openxmlformats.org/drawingml/2006/main">
            <a:off x="6583680" y="2267712"/>
            <a:ext cx="896112" cy="2185416"/>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86C0955F-B6FB-4CCF-A78D-B0753DBC4787}"/>
              </a:ext>
            </a:extLst>
          </p:cNvPr>
          <p:cNvSpPr>
            <a:spLocks xmlns:a="http://schemas.openxmlformats.org/drawingml/2006/main" noGrp="1"/>
          </p:cNvSpPr>
          <p:nvPr/>
        </p:nvSpPr>
        <p:spPr>
          <a:xfrm xmlns:a="http://schemas.openxmlformats.org/drawingml/2006/main">
            <a:off x="749808" y="3803904"/>
            <a:ext cx="5742432" cy="1389888"/>
          </a:xfrm>
          <a:prstGeom xmlns:a="http://schemas.openxmlformats.org/drawingml/2006/main" prst="roundRect">
            <a:avLst>
              <a:gd name="adj" fmla="val 10526"/>
            </a:avLst>
          </a:prstGeom>
          <a:solidFill xmlns:a="http://schemas.openxmlformats.org/drawingml/2006/main">
            <a:srgbClr val="0B1929"/>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B80D9045-D263-4CE4-8204-9AA142A68248}"/>
              </a:ext>
            </a:extLst>
          </p:cNvPr>
          <p:cNvSpPr>
            <a:spLocks xmlns:a="http://schemas.openxmlformats.org/drawingml/2006/main" noGrp="1"/>
          </p:cNvSpPr>
          <p:nvPr/>
        </p:nvSpPr>
        <p:spPr>
          <a:xfrm xmlns:a="http://schemas.openxmlformats.org/drawingml/2006/main">
            <a:off x="1024128" y="4041648"/>
            <a:ext cx="2514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55E6A5"/>
                </a:solidFill>
                <a:latin typeface="Consolas"/>
                <a:ea typeface="Consolas"/>
                <a:cs typeface="Consolas"/>
              </a:rPr>
              <a:t>switch cfg.AppEnv {</a:t>
            </a:r>
            <a:endParaRPr sz="1300"/>
          </a:p>
        </p:txBody>
      </p:sp>
      <p:sp>
        <p:nvSpPr>
          <p:cNvPr id="32" name="Text 30">
            <a:extLst xmlns:a="http://schemas.openxmlformats.org/drawingml/2006/main">
              <a:ext uri="{FF2B5EF4-FFF2-40B4-BE49-F238E27FC236}">
                <a16:creationId xmlns:a16="http://schemas.microsoft.com/office/drawing/2014/main" id="{29C8E657-13D0-4464-8706-75B33EDCF577}"/>
              </a:ext>
            </a:extLst>
          </p:cNvPr>
          <p:cNvSpPr>
            <a:spLocks xmlns:a="http://schemas.openxmlformats.org/drawingml/2006/main" noGrp="1"/>
          </p:cNvSpPr>
          <p:nvPr/>
        </p:nvSpPr>
        <p:spPr>
          <a:xfrm xmlns:a="http://schemas.openxmlformats.org/drawingml/2006/main">
            <a:off x="1024128" y="4407408"/>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F5F7FB"/>
                </a:solidFill>
                <a:latin typeface="Consolas"/>
                <a:ea typeface="Consolas"/>
                <a:cs typeface="Consolas"/>
              </a:rPr>
              <a:t>case "lambda": PostgreSQL + Bedrock</a:t>
            </a:r>
            <a:endParaRPr sz="1100"/>
          </a:p>
        </p:txBody>
      </p:sp>
      <p:sp>
        <p:nvSpPr>
          <p:cNvPr id="33" name="Text 31">
            <a:extLst xmlns:a="http://schemas.openxmlformats.org/drawingml/2006/main">
              <a:ext uri="{FF2B5EF4-FFF2-40B4-BE49-F238E27FC236}">
                <a16:creationId xmlns:a16="http://schemas.microsoft.com/office/drawing/2014/main" id="{6DDBF6A5-FCFC-4BB0-9BCC-505E60E81BA1}"/>
              </a:ext>
            </a:extLst>
          </p:cNvPr>
          <p:cNvSpPr>
            <a:spLocks xmlns:a="http://schemas.openxmlformats.org/drawingml/2006/main" noGrp="1"/>
          </p:cNvSpPr>
          <p:nvPr/>
        </p:nvSpPr>
        <p:spPr>
          <a:xfrm xmlns:a="http://schemas.openxmlformats.org/drawingml/2006/main">
            <a:off x="1024128" y="4736592"/>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Consolas"/>
                <a:ea typeface="Consolas"/>
                <a:cs typeface="Consolas"/>
              </a:rPr>
              <a:t>default: SQLite + OpenRouter</a:t>
            </a:r>
            <a:endParaRPr sz="1100"/>
          </a:p>
        </p:txBody>
      </p:sp>
      <p:sp>
        <p:nvSpPr>
          <p:cNvPr id="34" name="Shape 32">
            <a:extLst xmlns:a="http://schemas.openxmlformats.org/drawingml/2006/main">
              <a:ext uri="{FF2B5EF4-FFF2-40B4-BE49-F238E27FC236}">
                <a16:creationId xmlns:a16="http://schemas.microsoft.com/office/drawing/2014/main" id="{27A4052D-2C2A-43B1-B36D-F77EDAB771EE}"/>
              </a:ext>
            </a:extLst>
          </p:cNvPr>
          <p:cNvSpPr>
            <a:spLocks xmlns:a="http://schemas.openxmlformats.org/drawingml/2006/main" noGrp="1"/>
          </p:cNvSpPr>
          <p:nvPr/>
        </p:nvSpPr>
        <p:spPr>
          <a:xfrm xmlns:a="http://schemas.openxmlformats.org/drawingml/2006/main">
            <a:off x="3172968" y="5650992"/>
            <a:ext cx="58704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35" name="Text 33">
            <a:extLst xmlns:a="http://schemas.openxmlformats.org/drawingml/2006/main">
              <a:ext uri="{FF2B5EF4-FFF2-40B4-BE49-F238E27FC236}">
                <a16:creationId xmlns:a16="http://schemas.microsoft.com/office/drawing/2014/main" id="{DCE3D24D-D2A3-47FD-9C65-CFCD7458B34E}"/>
              </a:ext>
            </a:extLst>
          </p:cNvPr>
          <p:cNvSpPr>
            <a:spLocks xmlns:a="http://schemas.openxmlformats.org/drawingml/2006/main" noGrp="1"/>
          </p:cNvSpPr>
          <p:nvPr/>
        </p:nvSpPr>
        <p:spPr>
          <a:xfrm xmlns:a="http://schemas.openxmlformats.org/drawingml/2006/main">
            <a:off x="3246120" y="5669280"/>
            <a:ext cx="57241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ALTERNATIVE HOSTING PATH · DEPLOYMENT NOT VERIFIED</a:t>
            </a:r>
            <a:endParaRPr sz="820"/>
          </a:p>
        </p:txBody>
      </p:sp>
    </p:spTree>
    <p:extLst>
      <p:ext uri="{BB962C8B-B14F-4D97-AF65-F5344CB8AC3E}">
        <p14:creationId xmlns:p14="http://schemas.microsoft.com/office/powerpoint/2010/main" val="599182210"/>
      </p:ext>
    </p:extLst>
  </p:cSld>
</p:sld>
</file>

<file path=ppt/slides/slide1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D57247-E298-472D-9C3F-AD803131803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D77F5B5-36ED-4CAE-BEE5-06387308F21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DC1A6610-B759-4347-AC88-B9299475A95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931F96-D1C8-4B83-B3B3-F1B4D8FB1609}"/>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18 · HEXAGONAL</a:t>
            </a:r>
            <a:endParaRPr sz="900"/>
          </a:p>
        </p:txBody>
      </p:sp>
      <p:sp>
        <p:nvSpPr>
          <p:cNvPr id="6" name="Text 4">
            <a:extLst xmlns:a="http://schemas.openxmlformats.org/drawingml/2006/main">
              <a:ext uri="{FF2B5EF4-FFF2-40B4-BE49-F238E27FC236}">
                <a16:creationId xmlns:a16="http://schemas.microsoft.com/office/drawing/2014/main" id="{105D8922-D6E1-4CF2-BCB7-E4F1B02B88C5}"/>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Interchangeable infrastructure adapters</a:t>
            </a:r>
            <a:endParaRPr sz="2700"/>
          </a:p>
        </p:txBody>
      </p:sp>
      <p:sp>
        <p:nvSpPr>
          <p:cNvPr id="7" name="Text 5">
            <a:extLst xmlns:a="http://schemas.openxmlformats.org/drawingml/2006/main">
              <a:ext uri="{FF2B5EF4-FFF2-40B4-BE49-F238E27FC236}">
                <a16:creationId xmlns:a16="http://schemas.microsoft.com/office/drawing/2014/main" id="{8A8A7410-21E6-4EF4-9374-FCBA2C4605FB}"/>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Shared ports, different implementations.</a:t>
            </a:r>
            <a:endParaRPr sz="1150"/>
          </a:p>
        </p:txBody>
      </p:sp>
      <p:sp>
        <p:nvSpPr>
          <p:cNvPr id="8" name="Shape 6">
            <a:extLst xmlns:a="http://schemas.openxmlformats.org/drawingml/2006/main">
              <a:ext uri="{FF2B5EF4-FFF2-40B4-BE49-F238E27FC236}">
                <a16:creationId xmlns:a16="http://schemas.microsoft.com/office/drawing/2014/main" id="{99DDC14D-2B93-4D2D-BD27-F011126C0B17}"/>
              </a:ext>
            </a:extLst>
          </p:cNvPr>
          <p:cNvSpPr>
            <a:spLocks xmlns:a="http://schemas.openxmlformats.org/drawingml/2006/main" noGrp="1"/>
          </p:cNvSpPr>
          <p:nvPr/>
        </p:nvSpPr>
        <p:spPr>
          <a:xfrm xmlns:a="http://schemas.openxmlformats.org/drawingml/2006/main">
            <a:off x="713232" y="1627632"/>
            <a:ext cx="3675888" cy="4059936"/>
          </a:xfrm>
          <a:prstGeom xmlns:a="http://schemas.openxmlformats.org/drawingml/2006/main" prst="roundRect">
            <a:avLst>
              <a:gd name="adj" fmla="val 3980"/>
            </a:avLst>
          </a:prstGeom>
          <a:solidFill xmlns:a="http://schemas.openxmlformats.org/drawingml/2006/main">
            <a:srgbClr val="102034"/>
          </a:solidFill>
          <a:ln xmlns:a="http://schemas.openxmlformats.org/drawingml/2006/main" w="12700">
            <a:solidFill>
              <a:srgbClr val="55E6A5"/>
            </a:solidFill>
            <a:prstDash val="solid"/>
          </a:ln>
        </p:spPr>
      </p:sp>
      <p:sp>
        <p:nvSpPr>
          <p:cNvPr id="9" name="Shape 7">
            <a:extLst xmlns:a="http://schemas.openxmlformats.org/drawingml/2006/main">
              <a:ext uri="{FF2B5EF4-FFF2-40B4-BE49-F238E27FC236}">
                <a16:creationId xmlns:a16="http://schemas.microsoft.com/office/drawing/2014/main" id="{4909C119-9DDA-475A-9A77-5823A2753E32}"/>
              </a:ext>
            </a:extLst>
          </p:cNvPr>
          <p:cNvSpPr>
            <a:spLocks xmlns:a="http://schemas.openxmlformats.org/drawingml/2006/main" noGrp="1"/>
          </p:cNvSpPr>
          <p:nvPr/>
        </p:nvSpPr>
        <p:spPr>
          <a:xfrm xmlns:a="http://schemas.openxmlformats.org/drawingml/2006/main">
            <a:off x="932688" y="1883664"/>
            <a:ext cx="1755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10" name="Text 8">
            <a:extLst xmlns:a="http://schemas.openxmlformats.org/drawingml/2006/main">
              <a:ext uri="{FF2B5EF4-FFF2-40B4-BE49-F238E27FC236}">
                <a16:creationId xmlns:a16="http://schemas.microsoft.com/office/drawing/2014/main" id="{5AE6C792-4D4E-43B6-B976-101E5853B2A2}"/>
              </a:ext>
            </a:extLst>
          </p:cNvPr>
          <p:cNvSpPr>
            <a:spLocks xmlns:a="http://schemas.openxmlformats.org/drawingml/2006/main" noGrp="1"/>
          </p:cNvSpPr>
          <p:nvPr/>
        </p:nvSpPr>
        <p:spPr>
          <a:xfrm xmlns:a="http://schemas.openxmlformats.org/drawingml/2006/main">
            <a:off x="1005840" y="1901952"/>
            <a:ext cx="1609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BUSINESS LAYERS</a:t>
            </a:r>
            <a:endParaRPr sz="820"/>
          </a:p>
        </p:txBody>
      </p:sp>
      <p:sp>
        <p:nvSpPr>
          <p:cNvPr id="11" name="Text 9">
            <a:extLst xmlns:a="http://schemas.openxmlformats.org/drawingml/2006/main">
              <a:ext uri="{FF2B5EF4-FFF2-40B4-BE49-F238E27FC236}">
                <a16:creationId xmlns:a16="http://schemas.microsoft.com/office/drawing/2014/main" id="{0DAA577C-AD03-461B-A3BF-8CDA5757A88A}"/>
              </a:ext>
            </a:extLst>
          </p:cNvPr>
          <p:cNvSpPr>
            <a:spLocks xmlns:a="http://schemas.openxmlformats.org/drawingml/2006/main" noGrp="1"/>
          </p:cNvSpPr>
          <p:nvPr/>
        </p:nvSpPr>
        <p:spPr>
          <a:xfrm xmlns:a="http://schemas.openxmlformats.org/drawingml/2006/main">
            <a:off x="932688" y="245059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Domain and application</a:t>
            </a:r>
            <a:endParaRPr sz="2000"/>
          </a:p>
        </p:txBody>
      </p:sp>
      <p:sp>
        <p:nvSpPr>
          <p:cNvPr id="12" name="Shape 10">
            <a:extLst xmlns:a="http://schemas.openxmlformats.org/drawingml/2006/main">
              <a:ext uri="{FF2B5EF4-FFF2-40B4-BE49-F238E27FC236}">
                <a16:creationId xmlns:a16="http://schemas.microsoft.com/office/drawing/2014/main" id="{88B4D24D-C946-40A2-A0B2-86DD15483F32}"/>
              </a:ext>
            </a:extLst>
          </p:cNvPr>
          <p:cNvSpPr>
            <a:spLocks xmlns:a="http://schemas.openxmlformats.org/drawingml/2006/main" noGrp="1"/>
          </p:cNvSpPr>
          <p:nvPr/>
        </p:nvSpPr>
        <p:spPr>
          <a:xfrm xmlns:a="http://schemas.openxmlformats.org/drawingml/2006/main">
            <a:off x="950976" y="321868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B032F8D9-E611-48EA-91DB-EA1C88D26B09}"/>
              </a:ext>
            </a:extLst>
          </p:cNvPr>
          <p:cNvSpPr>
            <a:spLocks xmlns:a="http://schemas.openxmlformats.org/drawingml/2006/main" noGrp="1"/>
          </p:cNvSpPr>
          <p:nvPr/>
        </p:nvSpPr>
        <p:spPr>
          <a:xfrm xmlns:a="http://schemas.openxmlformats.org/drawingml/2006/main">
            <a:off x="1179576" y="309067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src/domain/</a:t>
            </a:r>
            <a:endParaRPr sz="1500"/>
          </a:p>
        </p:txBody>
      </p:sp>
      <p:sp>
        <p:nvSpPr>
          <p:cNvPr id="14" name="Shape 12">
            <a:extLst xmlns:a="http://schemas.openxmlformats.org/drawingml/2006/main">
              <a:ext uri="{FF2B5EF4-FFF2-40B4-BE49-F238E27FC236}">
                <a16:creationId xmlns:a16="http://schemas.microsoft.com/office/drawing/2014/main" id="{93996425-1317-44EF-B702-A23A805C1994}"/>
              </a:ext>
            </a:extLst>
          </p:cNvPr>
          <p:cNvSpPr>
            <a:spLocks xmlns:a="http://schemas.openxmlformats.org/drawingml/2006/main" noGrp="1"/>
          </p:cNvSpPr>
          <p:nvPr/>
        </p:nvSpPr>
        <p:spPr>
          <a:xfrm xmlns:a="http://schemas.openxmlformats.org/drawingml/2006/main">
            <a:off x="950976" y="381304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993A4AC0-4C66-4F7F-9BDE-EF17AC2BC210}"/>
              </a:ext>
            </a:extLst>
          </p:cNvPr>
          <p:cNvSpPr>
            <a:spLocks xmlns:a="http://schemas.openxmlformats.org/drawingml/2006/main" noGrp="1"/>
          </p:cNvSpPr>
          <p:nvPr/>
        </p:nvSpPr>
        <p:spPr>
          <a:xfrm xmlns:a="http://schemas.openxmlformats.org/drawingml/2006/main">
            <a:off x="1179576" y="368503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src/application/</a:t>
            </a:r>
            <a:endParaRPr sz="1500"/>
          </a:p>
        </p:txBody>
      </p:sp>
      <p:sp>
        <p:nvSpPr>
          <p:cNvPr id="16" name="Shape 14">
            <a:extLst xmlns:a="http://schemas.openxmlformats.org/drawingml/2006/main">
              <a:ext uri="{FF2B5EF4-FFF2-40B4-BE49-F238E27FC236}">
                <a16:creationId xmlns:a16="http://schemas.microsoft.com/office/drawing/2014/main" id="{2F4F0992-AD41-4411-96B5-92C2BE28DA59}"/>
              </a:ext>
            </a:extLst>
          </p:cNvPr>
          <p:cNvSpPr>
            <a:spLocks xmlns:a="http://schemas.openxmlformats.org/drawingml/2006/main" noGrp="1"/>
          </p:cNvSpPr>
          <p:nvPr/>
        </p:nvSpPr>
        <p:spPr>
          <a:xfrm xmlns:a="http://schemas.openxmlformats.org/drawingml/2006/main">
            <a:off x="950976" y="440740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7778D70-56E5-4F83-BCC9-65F361329CBA}"/>
              </a:ext>
            </a:extLst>
          </p:cNvPr>
          <p:cNvSpPr>
            <a:spLocks xmlns:a="http://schemas.openxmlformats.org/drawingml/2006/main" noGrp="1"/>
          </p:cNvSpPr>
          <p:nvPr/>
        </p:nvSpPr>
        <p:spPr>
          <a:xfrm xmlns:a="http://schemas.openxmlformats.org/drawingml/2006/main">
            <a:off x="1179576" y="427939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templates/</a:t>
            </a:r>
            <a:endParaRPr sz="1500"/>
          </a:p>
        </p:txBody>
      </p:sp>
      <p:sp>
        <p:nvSpPr>
          <p:cNvPr id="18" name="Shape 16">
            <a:extLst xmlns:a="http://schemas.openxmlformats.org/drawingml/2006/main">
              <a:ext uri="{FF2B5EF4-FFF2-40B4-BE49-F238E27FC236}">
                <a16:creationId xmlns:a16="http://schemas.microsoft.com/office/drawing/2014/main" id="{8090E5E2-A76B-44A1-87C3-A071E3E9D541}"/>
              </a:ext>
            </a:extLst>
          </p:cNvPr>
          <p:cNvSpPr>
            <a:spLocks xmlns:a="http://schemas.openxmlformats.org/drawingml/2006/main" noGrp="1"/>
          </p:cNvSpPr>
          <p:nvPr/>
        </p:nvSpPr>
        <p:spPr>
          <a:xfrm xmlns:a="http://schemas.openxmlformats.org/drawingml/2006/main">
            <a:off x="4681728" y="1627632"/>
            <a:ext cx="6784848" cy="4059936"/>
          </a:xfrm>
          <a:prstGeom xmlns:a="http://schemas.openxmlformats.org/drawingml/2006/main" prst="roundRect">
            <a:avLst>
              <a:gd name="adj" fmla="val 3604"/>
            </a:avLst>
          </a:prstGeom>
          <a:solidFill xmlns:a="http://schemas.openxmlformats.org/drawingml/2006/main">
            <a:srgbClr val="0E1B2E"/>
          </a:solidFill>
          <a:ln xmlns:a="http://schemas.openxmlformats.org/drawingml/2006/main" w="12700">
            <a:solidFill>
              <a:srgbClr val="31D7FF"/>
            </a:solidFill>
            <a:prstDash val="solid"/>
          </a:ln>
        </p:spPr>
      </p:sp>
      <p:sp>
        <p:nvSpPr>
          <p:cNvPr id="19" name="Shape 17">
            <a:extLst xmlns:a="http://schemas.openxmlformats.org/drawingml/2006/main">
              <a:ext uri="{FF2B5EF4-FFF2-40B4-BE49-F238E27FC236}">
                <a16:creationId xmlns:a16="http://schemas.microsoft.com/office/drawing/2014/main" id="{C641AA9D-E829-4E0D-A797-ED949681BE89}"/>
              </a:ext>
            </a:extLst>
          </p:cNvPr>
          <p:cNvSpPr>
            <a:spLocks xmlns:a="http://schemas.openxmlformats.org/drawingml/2006/main" noGrp="1"/>
          </p:cNvSpPr>
          <p:nvPr/>
        </p:nvSpPr>
        <p:spPr>
          <a:xfrm xmlns:a="http://schemas.openxmlformats.org/drawingml/2006/main">
            <a:off x="4937760" y="1883664"/>
            <a:ext cx="1389888"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0" name="Text 18">
            <a:extLst xmlns:a="http://schemas.openxmlformats.org/drawingml/2006/main">
              <a:ext uri="{FF2B5EF4-FFF2-40B4-BE49-F238E27FC236}">
                <a16:creationId xmlns:a16="http://schemas.microsoft.com/office/drawing/2014/main" id="{04C20F77-CE2B-4273-95F7-6D62BF10D5FD}"/>
              </a:ext>
            </a:extLst>
          </p:cNvPr>
          <p:cNvSpPr>
            <a:spLocks xmlns:a="http://schemas.openxmlformats.org/drawingml/2006/main" noGrp="1"/>
          </p:cNvSpPr>
          <p:nvPr/>
        </p:nvSpPr>
        <p:spPr>
          <a:xfrm xmlns:a="http://schemas.openxmlformats.org/drawingml/2006/main">
            <a:off x="5010912" y="1901952"/>
            <a:ext cx="124358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ADAPTERS</a:t>
            </a:r>
            <a:endParaRPr sz="820"/>
          </a:p>
        </p:txBody>
      </p:sp>
      <p:sp>
        <p:nvSpPr>
          <p:cNvPr id="21" name="Text 19">
            <a:extLst xmlns:a="http://schemas.openxmlformats.org/drawingml/2006/main">
              <a:ext uri="{FF2B5EF4-FFF2-40B4-BE49-F238E27FC236}">
                <a16:creationId xmlns:a16="http://schemas.microsoft.com/office/drawing/2014/main" id="{31019682-6368-4979-B83F-8F790F8E5CCE}"/>
              </a:ext>
            </a:extLst>
          </p:cNvPr>
          <p:cNvSpPr>
            <a:spLocks xmlns:a="http://schemas.openxmlformats.org/drawingml/2006/main" noGrp="1"/>
          </p:cNvSpPr>
          <p:nvPr/>
        </p:nvSpPr>
        <p:spPr>
          <a:xfrm xmlns:a="http://schemas.openxmlformats.org/drawingml/2006/main">
            <a:off x="4937760" y="2450592"/>
            <a:ext cx="5943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Infrastructure implementations</a:t>
            </a:r>
            <a:endParaRPr sz="2000"/>
          </a:p>
        </p:txBody>
      </p:sp>
      <p:sp>
        <p:nvSpPr>
          <p:cNvPr id="22" name="Shape 20">
            <a:extLst xmlns:a="http://schemas.openxmlformats.org/drawingml/2006/main">
              <a:ext uri="{FF2B5EF4-FFF2-40B4-BE49-F238E27FC236}">
                <a16:creationId xmlns:a16="http://schemas.microsoft.com/office/drawing/2014/main" id="{59F267AE-04DA-47D8-9B76-DB691E311CB9}"/>
              </a:ext>
            </a:extLst>
          </p:cNvPr>
          <p:cNvSpPr>
            <a:spLocks xmlns:a="http://schemas.openxmlformats.org/drawingml/2006/main" noGrp="1"/>
          </p:cNvSpPr>
          <p:nvPr/>
        </p:nvSpPr>
        <p:spPr>
          <a:xfrm xmlns:a="http://schemas.openxmlformats.org/drawingml/2006/main">
            <a:off x="4956048"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3" name="Text 21">
            <a:extLst xmlns:a="http://schemas.openxmlformats.org/drawingml/2006/main">
              <a:ext uri="{FF2B5EF4-FFF2-40B4-BE49-F238E27FC236}">
                <a16:creationId xmlns:a16="http://schemas.microsoft.com/office/drawing/2014/main" id="{E4121A81-9491-412C-8B79-951A86EB459F}"/>
              </a:ext>
            </a:extLst>
          </p:cNvPr>
          <p:cNvSpPr>
            <a:spLocks xmlns:a="http://schemas.openxmlformats.org/drawingml/2006/main" noGrp="1"/>
          </p:cNvSpPr>
          <p:nvPr/>
        </p:nvSpPr>
        <p:spPr>
          <a:xfrm xmlns:a="http://schemas.openxmlformats.org/drawingml/2006/main">
            <a:off x="5138928"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Product</a:t>
            </a:r>
            <a:endParaRPr sz="1100"/>
          </a:p>
        </p:txBody>
      </p:sp>
      <p:sp>
        <p:nvSpPr>
          <p:cNvPr id="24" name="Shape 22">
            <a:extLst xmlns:a="http://schemas.openxmlformats.org/drawingml/2006/main">
              <a:ext uri="{FF2B5EF4-FFF2-40B4-BE49-F238E27FC236}">
                <a16:creationId xmlns:a16="http://schemas.microsoft.com/office/drawing/2014/main" id="{B9422179-B3BF-4A2C-9F83-4C2EF3ED7E69}"/>
              </a:ext>
            </a:extLst>
          </p:cNvPr>
          <p:cNvSpPr>
            <a:spLocks xmlns:a="http://schemas.openxmlformats.org/drawingml/2006/main" noGrp="1"/>
          </p:cNvSpPr>
          <p:nvPr/>
        </p:nvSpPr>
        <p:spPr>
          <a:xfrm xmlns:a="http://schemas.openxmlformats.org/drawingml/2006/main">
            <a:off x="8010144"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85E8C052-2FCF-42BD-942C-9DD536B655D8}"/>
              </a:ext>
            </a:extLst>
          </p:cNvPr>
          <p:cNvSpPr>
            <a:spLocks xmlns:a="http://schemas.openxmlformats.org/drawingml/2006/main" noGrp="1"/>
          </p:cNvSpPr>
          <p:nvPr/>
        </p:nvSpPr>
        <p:spPr>
          <a:xfrm xmlns:a="http://schemas.openxmlformats.org/drawingml/2006/main">
            <a:off x="8193024"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Sale</a:t>
            </a:r>
            <a:endParaRPr sz="1100"/>
          </a:p>
        </p:txBody>
      </p:sp>
      <p:sp>
        <p:nvSpPr>
          <p:cNvPr id="26" name="Shape 24">
            <a:extLst xmlns:a="http://schemas.openxmlformats.org/drawingml/2006/main">
              <a:ext uri="{FF2B5EF4-FFF2-40B4-BE49-F238E27FC236}">
                <a16:creationId xmlns:a16="http://schemas.microsoft.com/office/drawing/2014/main" id="{9035EA6B-F593-44FE-A8A4-EDA6B590E0C2}"/>
              </a:ext>
            </a:extLst>
          </p:cNvPr>
          <p:cNvSpPr>
            <a:spLocks xmlns:a="http://schemas.openxmlformats.org/drawingml/2006/main" noGrp="1"/>
          </p:cNvSpPr>
          <p:nvPr/>
        </p:nvSpPr>
        <p:spPr>
          <a:xfrm xmlns:a="http://schemas.openxmlformats.org/drawingml/2006/main">
            <a:off x="4956048"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7" name="Text 25">
            <a:extLst xmlns:a="http://schemas.openxmlformats.org/drawingml/2006/main">
              <a:ext uri="{FF2B5EF4-FFF2-40B4-BE49-F238E27FC236}">
                <a16:creationId xmlns:a16="http://schemas.microsoft.com/office/drawing/2014/main" id="{55673626-5ECD-4235-B0D9-725CFA12E314}"/>
              </a:ext>
            </a:extLst>
          </p:cNvPr>
          <p:cNvSpPr>
            <a:spLocks xmlns:a="http://schemas.openxmlformats.org/drawingml/2006/main" noGrp="1"/>
          </p:cNvSpPr>
          <p:nvPr/>
        </p:nvSpPr>
        <p:spPr>
          <a:xfrm xmlns:a="http://schemas.openxmlformats.org/drawingml/2006/main">
            <a:off x="5138928"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User</a:t>
            </a:r>
            <a:endParaRPr sz="1100"/>
          </a:p>
        </p:txBody>
      </p:sp>
      <p:sp>
        <p:nvSpPr>
          <p:cNvPr id="28" name="Shape 26">
            <a:extLst xmlns:a="http://schemas.openxmlformats.org/drawingml/2006/main">
              <a:ext uri="{FF2B5EF4-FFF2-40B4-BE49-F238E27FC236}">
                <a16:creationId xmlns:a16="http://schemas.microsoft.com/office/drawing/2014/main" id="{EF2517AF-8268-4A50-8315-E4D65123BD19}"/>
              </a:ext>
            </a:extLst>
          </p:cNvPr>
          <p:cNvSpPr>
            <a:spLocks xmlns:a="http://schemas.openxmlformats.org/drawingml/2006/main" noGrp="1"/>
          </p:cNvSpPr>
          <p:nvPr/>
        </p:nvSpPr>
        <p:spPr>
          <a:xfrm xmlns:a="http://schemas.openxmlformats.org/drawingml/2006/main">
            <a:off x="8010144"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84E71F26-2BBF-4409-8650-06B3D65D673A}"/>
              </a:ext>
            </a:extLst>
          </p:cNvPr>
          <p:cNvSpPr>
            <a:spLocks xmlns:a="http://schemas.openxmlformats.org/drawingml/2006/main" noGrp="1"/>
          </p:cNvSpPr>
          <p:nvPr/>
        </p:nvSpPr>
        <p:spPr>
          <a:xfrm xmlns:a="http://schemas.openxmlformats.org/drawingml/2006/main">
            <a:off x="8193024"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Client</a:t>
            </a:r>
            <a:endParaRPr sz="1100"/>
          </a:p>
        </p:txBody>
      </p:sp>
      <p:sp>
        <p:nvSpPr>
          <p:cNvPr id="30" name="Shape 28">
            <a:extLst xmlns:a="http://schemas.openxmlformats.org/drawingml/2006/main">
              <a:ext uri="{FF2B5EF4-FFF2-40B4-BE49-F238E27FC236}">
                <a16:creationId xmlns:a16="http://schemas.microsoft.com/office/drawing/2014/main" id="{DFA89AF7-8B2A-4450-B1E5-E991D0619FFD}"/>
              </a:ext>
            </a:extLst>
          </p:cNvPr>
          <p:cNvSpPr>
            <a:spLocks xmlns:a="http://schemas.openxmlformats.org/drawingml/2006/main" noGrp="1"/>
          </p:cNvSpPr>
          <p:nvPr/>
        </p:nvSpPr>
        <p:spPr>
          <a:xfrm xmlns:a="http://schemas.openxmlformats.org/drawingml/2006/main">
            <a:off x="4956048"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1" name="Text 29">
            <a:extLst xmlns:a="http://schemas.openxmlformats.org/drawingml/2006/main">
              <a:ext uri="{FF2B5EF4-FFF2-40B4-BE49-F238E27FC236}">
                <a16:creationId xmlns:a16="http://schemas.microsoft.com/office/drawing/2014/main" id="{34F1A45B-196D-4B1C-8191-63E3E4D295AA}"/>
              </a:ext>
            </a:extLst>
          </p:cNvPr>
          <p:cNvSpPr>
            <a:spLocks xmlns:a="http://schemas.openxmlformats.org/drawingml/2006/main" noGrp="1"/>
          </p:cNvSpPr>
          <p:nvPr/>
        </p:nvSpPr>
        <p:spPr>
          <a:xfrm xmlns:a="http://schemas.openxmlformats.org/drawingml/2006/main">
            <a:off x="5138928"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Inventory</a:t>
            </a:r>
            <a:endParaRPr sz="1100"/>
          </a:p>
        </p:txBody>
      </p:sp>
      <p:sp>
        <p:nvSpPr>
          <p:cNvPr id="32" name="Shape 30">
            <a:extLst xmlns:a="http://schemas.openxmlformats.org/drawingml/2006/main">
              <a:ext uri="{FF2B5EF4-FFF2-40B4-BE49-F238E27FC236}">
                <a16:creationId xmlns:a16="http://schemas.microsoft.com/office/drawing/2014/main" id="{7719D9B9-AFF2-4A0F-99AF-F405890CB640}"/>
              </a:ext>
            </a:extLst>
          </p:cNvPr>
          <p:cNvSpPr>
            <a:spLocks xmlns:a="http://schemas.openxmlformats.org/drawingml/2006/main" noGrp="1"/>
          </p:cNvSpPr>
          <p:nvPr/>
        </p:nvSpPr>
        <p:spPr>
          <a:xfrm xmlns:a="http://schemas.openxmlformats.org/drawingml/2006/main">
            <a:off x="8010144"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3" name="Text 31">
            <a:extLst xmlns:a="http://schemas.openxmlformats.org/drawingml/2006/main">
              <a:ext uri="{FF2B5EF4-FFF2-40B4-BE49-F238E27FC236}">
                <a16:creationId xmlns:a16="http://schemas.microsoft.com/office/drawing/2014/main" id="{8DEBCE9E-92CC-42D5-A74A-4BA23A5069ED}"/>
              </a:ext>
            </a:extLst>
          </p:cNvPr>
          <p:cNvSpPr>
            <a:spLocks xmlns:a="http://schemas.openxmlformats.org/drawingml/2006/main" noGrp="1"/>
          </p:cNvSpPr>
          <p:nvPr/>
        </p:nvSpPr>
        <p:spPr>
          <a:xfrm xmlns:a="http://schemas.openxmlformats.org/drawingml/2006/main">
            <a:off x="8193024"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a:t>
            </a:r>
            <a:endParaRPr sz="1100"/>
          </a:p>
        </p:txBody>
      </p:sp>
      <p:sp>
        <p:nvSpPr>
          <p:cNvPr id="34" name="Shape 32">
            <a:extLst xmlns:a="http://schemas.openxmlformats.org/drawingml/2006/main">
              <a:ext uri="{FF2B5EF4-FFF2-40B4-BE49-F238E27FC236}">
                <a16:creationId xmlns:a16="http://schemas.microsoft.com/office/drawing/2014/main" id="{6ABD20D9-5BE8-4069-8346-5D06EFF25A9E}"/>
              </a:ext>
            </a:extLst>
          </p:cNvPr>
          <p:cNvSpPr>
            <a:spLocks xmlns:a="http://schemas.openxmlformats.org/drawingml/2006/main" noGrp="1"/>
          </p:cNvSpPr>
          <p:nvPr/>
        </p:nvSpPr>
        <p:spPr>
          <a:xfrm xmlns:a="http://schemas.openxmlformats.org/drawingml/2006/main">
            <a:off x="4956048" y="469087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5" name="Text 33">
            <a:extLst xmlns:a="http://schemas.openxmlformats.org/drawingml/2006/main">
              <a:ext uri="{FF2B5EF4-FFF2-40B4-BE49-F238E27FC236}">
                <a16:creationId xmlns:a16="http://schemas.microsoft.com/office/drawing/2014/main" id="{ED7F299F-172B-4B09-8CC2-D54F6566CFA9}"/>
              </a:ext>
            </a:extLst>
          </p:cNvPr>
          <p:cNvSpPr>
            <a:spLocks xmlns:a="http://schemas.openxmlformats.org/drawingml/2006/main" noGrp="1"/>
          </p:cNvSpPr>
          <p:nvPr/>
        </p:nvSpPr>
        <p:spPr>
          <a:xfrm xmlns:a="http://schemas.openxmlformats.org/drawingml/2006/main">
            <a:off x="5138928"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Metrics</a:t>
            </a:r>
            <a:endParaRPr sz="1100"/>
          </a:p>
        </p:txBody>
      </p:sp>
      <p:sp>
        <p:nvSpPr>
          <p:cNvPr id="36" name="Shape 34">
            <a:extLst xmlns:a="http://schemas.openxmlformats.org/drawingml/2006/main">
              <a:ext uri="{FF2B5EF4-FFF2-40B4-BE49-F238E27FC236}">
                <a16:creationId xmlns:a16="http://schemas.microsoft.com/office/drawing/2014/main" id="{20050D0F-BC12-486B-8463-FFFB111DB7F5}"/>
              </a:ext>
            </a:extLst>
          </p:cNvPr>
          <p:cNvSpPr>
            <a:spLocks xmlns:a="http://schemas.openxmlformats.org/drawingml/2006/main" noGrp="1"/>
          </p:cNvSpPr>
          <p:nvPr/>
        </p:nvSpPr>
        <p:spPr>
          <a:xfrm xmlns:a="http://schemas.openxmlformats.org/drawingml/2006/main">
            <a:off x="8010144" y="4690872"/>
            <a:ext cx="100584" cy="100584"/>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37" name="Text 35">
            <a:extLst xmlns:a="http://schemas.openxmlformats.org/drawingml/2006/main">
              <a:ext uri="{FF2B5EF4-FFF2-40B4-BE49-F238E27FC236}">
                <a16:creationId xmlns:a16="http://schemas.microsoft.com/office/drawing/2014/main" id="{28EEEC17-8E36-4C70-90ED-C1958B7CEAD1}"/>
              </a:ext>
            </a:extLst>
          </p:cNvPr>
          <p:cNvSpPr>
            <a:spLocks xmlns:a="http://schemas.openxmlformats.org/drawingml/2006/main" noGrp="1"/>
          </p:cNvSpPr>
          <p:nvPr/>
        </p:nvSpPr>
        <p:spPr>
          <a:xfrm xmlns:a="http://schemas.openxmlformats.org/drawingml/2006/main">
            <a:off x="8193024"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Bedrock AI</a:t>
            </a:r>
            <a:endParaRPr sz="1100"/>
          </a:p>
        </p:txBody>
      </p:sp>
      <p:sp>
        <p:nvSpPr>
          <p:cNvPr id="38" name="Text 36">
            <a:extLst xmlns:a="http://schemas.openxmlformats.org/drawingml/2006/main">
              <a:ext uri="{FF2B5EF4-FFF2-40B4-BE49-F238E27FC236}">
                <a16:creationId xmlns:a16="http://schemas.microsoft.com/office/drawing/2014/main" id="{99834CCC-EFAF-4594-A33E-4545BA2D6228}"/>
              </a:ext>
            </a:extLst>
          </p:cNvPr>
          <p:cNvSpPr>
            <a:spLocks xmlns:a="http://schemas.openxmlformats.org/drawingml/2006/main" noGrp="1"/>
          </p:cNvSpPr>
          <p:nvPr/>
        </p:nvSpPr>
        <p:spPr>
          <a:xfrm xmlns:a="http://schemas.openxmlformats.org/drawingml/2006/main">
            <a:off x="2267712" y="5943600"/>
            <a:ext cx="7635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RegisterSale works through repository ports, independent of the database.</a:t>
            </a:r>
            <a:endParaRPr sz="1200"/>
          </a:p>
        </p:txBody>
      </p:sp>
    </p:spTree>
    <p:extLst>
      <p:ext uri="{BB962C8B-B14F-4D97-AF65-F5344CB8AC3E}">
        <p14:creationId xmlns:p14="http://schemas.microsoft.com/office/powerpoint/2010/main" val="682214911"/>
      </p:ext>
    </p:extLst>
  </p:cSld>
</p:sld>
</file>

<file path=ppt/slides/slide2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3E80F4-1CAD-4C43-AF43-A5159E3D7F8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DB65485-C7E5-4BB4-8DF9-958BE47872A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190AA6C1-45E7-4602-BCF8-67BA2A2CB7C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1FF82E82-AAB1-4817-81B0-52C2B227224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19 · DEPLOYMENT</a:t>
            </a:r>
            <a:endParaRPr sz="900"/>
          </a:p>
        </p:txBody>
      </p:sp>
      <p:sp>
        <p:nvSpPr>
          <p:cNvPr id="6" name="Text 4">
            <a:extLst xmlns:a="http://schemas.openxmlformats.org/drawingml/2006/main">
              <a:ext uri="{FF2B5EF4-FFF2-40B4-BE49-F238E27FC236}">
                <a16:creationId xmlns:a16="http://schemas.microsoft.com/office/drawing/2014/main" id="{2F1897F2-3B63-49C1-BC90-5C04A835C00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Render deployment preparation</a:t>
            </a:r>
            <a:endParaRPr sz="2700"/>
          </a:p>
        </p:txBody>
      </p:sp>
      <p:sp>
        <p:nvSpPr>
          <p:cNvPr id="7" name="Text 5">
            <a:extLst xmlns:a="http://schemas.openxmlformats.org/drawingml/2006/main">
              <a:ext uri="{FF2B5EF4-FFF2-40B4-BE49-F238E27FC236}">
                <a16:creationId xmlns:a16="http://schemas.microsoft.com/office/drawing/2014/main" id="{B70FC984-972B-422D-A4EA-A944C59A97E4}"/>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Free-plan deployment is the target. Setup and validation remain pending.</a:t>
            </a:r>
            <a:endParaRPr sz="1150"/>
          </a:p>
        </p:txBody>
      </p:sp>
      <p:sp>
        <p:nvSpPr>
          <p:cNvPr id="8" name="Shape 6">
            <a:extLst xmlns:a="http://schemas.openxmlformats.org/drawingml/2006/main">
              <a:ext uri="{FF2B5EF4-FFF2-40B4-BE49-F238E27FC236}">
                <a16:creationId xmlns:a16="http://schemas.microsoft.com/office/drawing/2014/main" id="{BF80230C-F12B-46A2-BF98-A987FB069146}"/>
              </a:ext>
            </a:extLst>
          </p:cNvPr>
          <p:cNvSpPr>
            <a:spLocks xmlns:a="http://schemas.openxmlformats.org/drawingml/2006/main" noGrp="1"/>
          </p:cNvSpPr>
          <p:nvPr/>
        </p:nvSpPr>
        <p:spPr>
          <a:xfrm xmlns:a="http://schemas.openxmlformats.org/drawingml/2006/main">
            <a:off x="713232"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9" name="Text 7">
            <a:extLst xmlns:a="http://schemas.openxmlformats.org/drawingml/2006/main">
              <a:ext uri="{FF2B5EF4-FFF2-40B4-BE49-F238E27FC236}">
                <a16:creationId xmlns:a16="http://schemas.microsoft.com/office/drawing/2014/main" id="{A01D3E77-BED7-4493-BAEE-53594EC3C23E}"/>
              </a:ext>
            </a:extLst>
          </p:cNvPr>
          <p:cNvSpPr>
            <a:spLocks xmlns:a="http://schemas.openxmlformats.org/drawingml/2006/main" noGrp="1"/>
          </p:cNvSpPr>
          <p:nvPr/>
        </p:nvSpPr>
        <p:spPr>
          <a:xfrm xmlns:a="http://schemas.openxmlformats.org/drawingml/2006/main">
            <a:off x="877824"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10" name="Text 8">
            <a:extLst xmlns:a="http://schemas.openxmlformats.org/drawingml/2006/main">
              <a:ext uri="{FF2B5EF4-FFF2-40B4-BE49-F238E27FC236}">
                <a16:creationId xmlns:a16="http://schemas.microsoft.com/office/drawing/2014/main" id="{D4105EA5-33D2-4DC5-A991-83131C513993}"/>
              </a:ext>
            </a:extLst>
          </p:cNvPr>
          <p:cNvSpPr>
            <a:spLocks xmlns:a="http://schemas.openxmlformats.org/drawingml/2006/main" noGrp="1"/>
          </p:cNvSpPr>
          <p:nvPr/>
        </p:nvSpPr>
        <p:spPr>
          <a:xfrm xmlns:a="http://schemas.openxmlformats.org/drawingml/2006/main">
            <a:off x="877824"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setup</a:t>
            </a:r>
            <a:endParaRPr sz="1050"/>
          </a:p>
        </p:txBody>
      </p:sp>
      <p:sp>
        <p:nvSpPr>
          <p:cNvPr id="11" name="Shape 9">
            <a:extLst xmlns:a="http://schemas.openxmlformats.org/drawingml/2006/main">
              <a:ext uri="{FF2B5EF4-FFF2-40B4-BE49-F238E27FC236}">
                <a16:creationId xmlns:a16="http://schemas.microsoft.com/office/drawing/2014/main" id="{79982E5E-9497-411D-964C-A10A4FA1A5BD}"/>
              </a:ext>
            </a:extLst>
          </p:cNvPr>
          <p:cNvSpPr>
            <a:spLocks xmlns:a="http://schemas.openxmlformats.org/drawingml/2006/main" noGrp="1"/>
          </p:cNvSpPr>
          <p:nvPr/>
        </p:nvSpPr>
        <p:spPr>
          <a:xfrm xmlns:a="http://schemas.openxmlformats.org/drawingml/2006/main">
            <a:off x="4443984"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2" name="Text 10">
            <a:extLst xmlns:a="http://schemas.openxmlformats.org/drawingml/2006/main">
              <a:ext uri="{FF2B5EF4-FFF2-40B4-BE49-F238E27FC236}">
                <a16:creationId xmlns:a16="http://schemas.microsoft.com/office/drawing/2014/main" id="{BE7DF447-783E-43A9-8E15-864887FAED53}"/>
              </a:ext>
            </a:extLst>
          </p:cNvPr>
          <p:cNvSpPr>
            <a:spLocks xmlns:a="http://schemas.openxmlformats.org/drawingml/2006/main" noGrp="1"/>
          </p:cNvSpPr>
          <p:nvPr/>
        </p:nvSpPr>
        <p:spPr>
          <a:xfrm xmlns:a="http://schemas.openxmlformats.org/drawingml/2006/main">
            <a:off x="4608576"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DATA</a:t>
            </a:r>
            <a:endParaRPr sz="2500"/>
          </a:p>
        </p:txBody>
      </p:sp>
      <p:sp>
        <p:nvSpPr>
          <p:cNvPr id="13" name="Text 11">
            <a:extLst xmlns:a="http://schemas.openxmlformats.org/drawingml/2006/main">
              <a:ext uri="{FF2B5EF4-FFF2-40B4-BE49-F238E27FC236}">
                <a16:creationId xmlns:a16="http://schemas.microsoft.com/office/drawing/2014/main" id="{E8C74DA4-3DF3-4ED0-BB44-223DAA62FA7D}"/>
              </a:ext>
            </a:extLst>
          </p:cNvPr>
          <p:cNvSpPr>
            <a:spLocks xmlns:a="http://schemas.openxmlformats.org/drawingml/2006/main" noGrp="1"/>
          </p:cNvSpPr>
          <p:nvPr/>
        </p:nvSpPr>
        <p:spPr>
          <a:xfrm xmlns:a="http://schemas.openxmlformats.org/drawingml/2006/main">
            <a:off x="4608576"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Storage decision</a:t>
            </a:r>
            <a:endParaRPr sz="1050"/>
          </a:p>
        </p:txBody>
      </p:sp>
      <p:sp>
        <p:nvSpPr>
          <p:cNvPr id="14" name="Shape 12">
            <a:extLst xmlns:a="http://schemas.openxmlformats.org/drawingml/2006/main">
              <a:ext uri="{FF2B5EF4-FFF2-40B4-BE49-F238E27FC236}">
                <a16:creationId xmlns:a16="http://schemas.microsoft.com/office/drawing/2014/main" id="{B199E736-52A1-4F90-849A-AB8916968FB9}"/>
              </a:ext>
            </a:extLst>
          </p:cNvPr>
          <p:cNvSpPr>
            <a:spLocks xmlns:a="http://schemas.openxmlformats.org/drawingml/2006/main" noGrp="1"/>
          </p:cNvSpPr>
          <p:nvPr/>
        </p:nvSpPr>
        <p:spPr>
          <a:xfrm xmlns:a="http://schemas.openxmlformats.org/drawingml/2006/main">
            <a:off x="8174736"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5" name="Text 13">
            <a:extLst xmlns:a="http://schemas.openxmlformats.org/drawingml/2006/main">
              <a:ext uri="{FF2B5EF4-FFF2-40B4-BE49-F238E27FC236}">
                <a16:creationId xmlns:a16="http://schemas.microsoft.com/office/drawing/2014/main" id="{AC443C4C-9A67-4715-8773-DB3A2C5614A2}"/>
              </a:ext>
            </a:extLst>
          </p:cNvPr>
          <p:cNvSpPr>
            <a:spLocks xmlns:a="http://schemas.openxmlformats.org/drawingml/2006/main" noGrp="1"/>
          </p:cNvSpPr>
          <p:nvPr/>
        </p:nvSpPr>
        <p:spPr>
          <a:xfrm xmlns:a="http://schemas.openxmlformats.org/drawingml/2006/main">
            <a:off x="8339328"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CHECK</a:t>
            </a:r>
            <a:endParaRPr sz="2500"/>
          </a:p>
        </p:txBody>
      </p:sp>
      <p:sp>
        <p:nvSpPr>
          <p:cNvPr id="16" name="Text 14">
            <a:extLst xmlns:a="http://schemas.openxmlformats.org/drawingml/2006/main">
              <a:ext uri="{FF2B5EF4-FFF2-40B4-BE49-F238E27FC236}">
                <a16:creationId xmlns:a16="http://schemas.microsoft.com/office/drawing/2014/main" id="{92A582BB-3A8E-4963-91C8-77DCFC0E2AD7}"/>
              </a:ext>
            </a:extLst>
          </p:cNvPr>
          <p:cNvSpPr>
            <a:spLocks xmlns:a="http://schemas.openxmlformats.org/drawingml/2006/main" noGrp="1"/>
          </p:cNvSpPr>
          <p:nvPr/>
        </p:nvSpPr>
        <p:spPr>
          <a:xfrm xmlns:a="http://schemas.openxmlformats.org/drawingml/2006/main">
            <a:off x="8339328"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Hosted behavior</a:t>
            </a:r>
            <a:endParaRPr sz="1050"/>
          </a:p>
        </p:txBody>
      </p:sp>
      <p:sp>
        <p:nvSpPr>
          <p:cNvPr id="17" name="Text 15">
            <a:extLst xmlns:a="http://schemas.openxmlformats.org/drawingml/2006/main">
              <a:ext uri="{FF2B5EF4-FFF2-40B4-BE49-F238E27FC236}">
                <a16:creationId xmlns:a16="http://schemas.microsoft.com/office/drawing/2014/main" id="{724F507B-36D9-4921-9DCC-8F5E3DDAB625}"/>
              </a:ext>
            </a:extLst>
          </p:cNvPr>
          <p:cNvSpPr>
            <a:spLocks xmlns:a="http://schemas.openxmlformats.org/drawingml/2006/main" noGrp="1"/>
          </p:cNvSpPr>
          <p:nvPr/>
        </p:nvSpPr>
        <p:spPr>
          <a:xfrm xmlns:a="http://schemas.openxmlformats.org/drawingml/2006/main">
            <a:off x="914400" y="3310128"/>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Runtime</a:t>
            </a:r>
            <a:endParaRPr sz="1100"/>
          </a:p>
        </p:txBody>
      </p:sp>
      <p:sp>
        <p:nvSpPr>
          <p:cNvPr id="18" name="Text 16">
            <a:extLst xmlns:a="http://schemas.openxmlformats.org/drawingml/2006/main">
              <a:ext uri="{FF2B5EF4-FFF2-40B4-BE49-F238E27FC236}">
                <a16:creationId xmlns:a16="http://schemas.microsoft.com/office/drawing/2014/main" id="{3FFF1481-C3F6-48C6-93C8-1AD359CC1AAC}"/>
              </a:ext>
            </a:extLst>
          </p:cNvPr>
          <p:cNvSpPr>
            <a:spLocks xmlns:a="http://schemas.openxmlformats.org/drawingml/2006/main" noGrp="1"/>
          </p:cNvSpPr>
          <p:nvPr/>
        </p:nvSpPr>
        <p:spPr>
          <a:xfrm xmlns:a="http://schemas.openxmlformats.org/drawingml/2006/main">
            <a:off x="4343400" y="3310128"/>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Go service</a:t>
            </a:r>
            <a:endParaRPr sz="1100"/>
          </a:p>
        </p:txBody>
      </p:sp>
      <p:sp>
        <p:nvSpPr>
          <p:cNvPr id="19" name="Text 17">
            <a:extLst xmlns:a="http://schemas.openxmlformats.org/drawingml/2006/main">
              <a:ext uri="{FF2B5EF4-FFF2-40B4-BE49-F238E27FC236}">
                <a16:creationId xmlns:a16="http://schemas.microsoft.com/office/drawing/2014/main" id="{E7B5B949-03B2-4254-9018-61908BC63E8F}"/>
              </a:ext>
            </a:extLst>
          </p:cNvPr>
          <p:cNvSpPr>
            <a:spLocks xmlns:a="http://schemas.openxmlformats.org/drawingml/2006/main" noGrp="1"/>
          </p:cNvSpPr>
          <p:nvPr/>
        </p:nvSpPr>
        <p:spPr>
          <a:xfrm xmlns:a="http://schemas.openxmlformats.org/drawingml/2006/main">
            <a:off x="7589520" y="3310128"/>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Build and start</a:t>
            </a:r>
            <a:endParaRPr sz="1100"/>
          </a:p>
        </p:txBody>
      </p:sp>
      <p:sp>
        <p:nvSpPr>
          <p:cNvPr id="20" name="Shape 18">
            <a:extLst xmlns:a="http://schemas.openxmlformats.org/drawingml/2006/main">
              <a:ext uri="{FF2B5EF4-FFF2-40B4-BE49-F238E27FC236}">
                <a16:creationId xmlns:a16="http://schemas.microsoft.com/office/drawing/2014/main" id="{CDC3AC6A-CF97-47EC-9DA4-C399895512BE}"/>
              </a:ext>
            </a:extLst>
          </p:cNvPr>
          <p:cNvSpPr>
            <a:spLocks xmlns:a="http://schemas.openxmlformats.org/drawingml/2006/main" noGrp="1"/>
          </p:cNvSpPr>
          <p:nvPr/>
        </p:nvSpPr>
        <p:spPr>
          <a:xfrm xmlns:a="http://schemas.openxmlformats.org/drawingml/2006/main">
            <a:off x="868680" y="3648456"/>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1" name="Text 19">
            <a:extLst xmlns:a="http://schemas.openxmlformats.org/drawingml/2006/main">
              <a:ext uri="{FF2B5EF4-FFF2-40B4-BE49-F238E27FC236}">
                <a16:creationId xmlns:a16="http://schemas.microsoft.com/office/drawing/2014/main" id="{E5306C6A-D65B-498E-9531-F0C7E86C05E6}"/>
              </a:ext>
            </a:extLst>
          </p:cNvPr>
          <p:cNvSpPr>
            <a:spLocks xmlns:a="http://schemas.openxmlformats.org/drawingml/2006/main" noGrp="1"/>
          </p:cNvSpPr>
          <p:nvPr/>
        </p:nvSpPr>
        <p:spPr>
          <a:xfrm xmlns:a="http://schemas.openxmlformats.org/drawingml/2006/main">
            <a:off x="914400" y="3785616"/>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Database</a:t>
            </a:r>
            <a:endParaRPr sz="1100"/>
          </a:p>
        </p:txBody>
      </p:sp>
      <p:sp>
        <p:nvSpPr>
          <p:cNvPr id="22" name="Text 20">
            <a:extLst xmlns:a="http://schemas.openxmlformats.org/drawingml/2006/main">
              <a:ext uri="{FF2B5EF4-FFF2-40B4-BE49-F238E27FC236}">
                <a16:creationId xmlns:a16="http://schemas.microsoft.com/office/drawing/2014/main" id="{48D0D8F5-CC34-48FB-BD82-55282F6C2C72}"/>
              </a:ext>
            </a:extLst>
          </p:cNvPr>
          <p:cNvSpPr>
            <a:spLocks xmlns:a="http://schemas.openxmlformats.org/drawingml/2006/main" noGrp="1"/>
          </p:cNvSpPr>
          <p:nvPr/>
        </p:nvSpPr>
        <p:spPr>
          <a:xfrm xmlns:a="http://schemas.openxmlformats.org/drawingml/2006/main">
            <a:off x="4343400" y="3785616"/>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Persistence plan</a:t>
            </a:r>
            <a:endParaRPr sz="1100"/>
          </a:p>
        </p:txBody>
      </p:sp>
      <p:sp>
        <p:nvSpPr>
          <p:cNvPr id="23" name="Text 21">
            <a:extLst xmlns:a="http://schemas.openxmlformats.org/drawingml/2006/main">
              <a:ext uri="{FF2B5EF4-FFF2-40B4-BE49-F238E27FC236}">
                <a16:creationId xmlns:a16="http://schemas.microsoft.com/office/drawing/2014/main" id="{94487AA4-8194-42AE-ACB0-303DD69340BB}"/>
              </a:ext>
            </a:extLst>
          </p:cNvPr>
          <p:cNvSpPr>
            <a:spLocks xmlns:a="http://schemas.openxmlformats.org/drawingml/2006/main" noGrp="1"/>
          </p:cNvSpPr>
          <p:nvPr/>
        </p:nvSpPr>
        <p:spPr>
          <a:xfrm xmlns:a="http://schemas.openxmlformats.org/drawingml/2006/main">
            <a:off x="7589520" y="3785616"/>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Confirm durability</a:t>
            </a:r>
            <a:endParaRPr sz="1100"/>
          </a:p>
        </p:txBody>
      </p:sp>
      <p:sp>
        <p:nvSpPr>
          <p:cNvPr id="24" name="Shape 22">
            <a:extLst xmlns:a="http://schemas.openxmlformats.org/drawingml/2006/main">
              <a:ext uri="{FF2B5EF4-FFF2-40B4-BE49-F238E27FC236}">
                <a16:creationId xmlns:a16="http://schemas.microsoft.com/office/drawing/2014/main" id="{CEE58F16-4B5B-48D4-B4B6-328EBDF1D11E}"/>
              </a:ext>
            </a:extLst>
          </p:cNvPr>
          <p:cNvSpPr>
            <a:spLocks xmlns:a="http://schemas.openxmlformats.org/drawingml/2006/main" noGrp="1"/>
          </p:cNvSpPr>
          <p:nvPr/>
        </p:nvSpPr>
        <p:spPr>
          <a:xfrm xmlns:a="http://schemas.openxmlformats.org/drawingml/2006/main">
            <a:off x="868680" y="4123944"/>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5" name="Text 23">
            <a:extLst xmlns:a="http://schemas.openxmlformats.org/drawingml/2006/main">
              <a:ext uri="{FF2B5EF4-FFF2-40B4-BE49-F238E27FC236}">
                <a16:creationId xmlns:a16="http://schemas.microsoft.com/office/drawing/2014/main" id="{2E070D30-CAF6-46AF-AB7A-3F43CB6A9B6E}"/>
              </a:ext>
            </a:extLst>
          </p:cNvPr>
          <p:cNvSpPr>
            <a:spLocks xmlns:a="http://schemas.openxmlformats.org/drawingml/2006/main" noGrp="1"/>
          </p:cNvSpPr>
          <p:nvPr/>
        </p:nvSpPr>
        <p:spPr>
          <a:xfrm xmlns:a="http://schemas.openxmlformats.org/drawingml/2006/main">
            <a:off x="914400" y="4261104"/>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AI provider</a:t>
            </a:r>
            <a:endParaRPr sz="1100"/>
          </a:p>
        </p:txBody>
      </p:sp>
      <p:sp>
        <p:nvSpPr>
          <p:cNvPr id="26" name="Text 24">
            <a:extLst xmlns:a="http://schemas.openxmlformats.org/drawingml/2006/main">
              <a:ext uri="{FF2B5EF4-FFF2-40B4-BE49-F238E27FC236}">
                <a16:creationId xmlns:a16="http://schemas.microsoft.com/office/drawing/2014/main" id="{72CF7BC8-E0E3-4C36-A54F-6DAE65374055}"/>
              </a:ext>
            </a:extLst>
          </p:cNvPr>
          <p:cNvSpPr>
            <a:spLocks xmlns:a="http://schemas.openxmlformats.org/drawingml/2006/main" noGrp="1"/>
          </p:cNvSpPr>
          <p:nvPr/>
        </p:nvSpPr>
        <p:spPr>
          <a:xfrm xmlns:a="http://schemas.openxmlformats.org/drawingml/2006/main">
            <a:off x="4343400" y="4261104"/>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API credentials</a:t>
            </a:r>
            <a:endParaRPr sz="1100"/>
          </a:p>
        </p:txBody>
      </p:sp>
      <p:sp>
        <p:nvSpPr>
          <p:cNvPr id="27" name="Text 25">
            <a:extLst xmlns:a="http://schemas.openxmlformats.org/drawingml/2006/main">
              <a:ext uri="{FF2B5EF4-FFF2-40B4-BE49-F238E27FC236}">
                <a16:creationId xmlns:a16="http://schemas.microsoft.com/office/drawing/2014/main" id="{E2E9696C-EC9E-4B36-9D0F-6083C772A6DF}"/>
              </a:ext>
            </a:extLst>
          </p:cNvPr>
          <p:cNvSpPr>
            <a:spLocks xmlns:a="http://schemas.openxmlformats.org/drawingml/2006/main" noGrp="1"/>
          </p:cNvSpPr>
          <p:nvPr/>
        </p:nvSpPr>
        <p:spPr>
          <a:xfrm xmlns:a="http://schemas.openxmlformats.org/drawingml/2006/main">
            <a:off x="7589520" y="4261104"/>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Validate response</a:t>
            </a:r>
            <a:endParaRPr sz="1100"/>
          </a:p>
        </p:txBody>
      </p:sp>
      <p:sp>
        <p:nvSpPr>
          <p:cNvPr id="28" name="Shape 26">
            <a:extLst xmlns:a="http://schemas.openxmlformats.org/drawingml/2006/main">
              <a:ext uri="{FF2B5EF4-FFF2-40B4-BE49-F238E27FC236}">
                <a16:creationId xmlns:a16="http://schemas.microsoft.com/office/drawing/2014/main" id="{DEEEAE62-A456-4B77-8B4E-346BD064887B}"/>
              </a:ext>
            </a:extLst>
          </p:cNvPr>
          <p:cNvSpPr>
            <a:spLocks xmlns:a="http://schemas.openxmlformats.org/drawingml/2006/main" noGrp="1"/>
          </p:cNvSpPr>
          <p:nvPr/>
        </p:nvSpPr>
        <p:spPr>
          <a:xfrm xmlns:a="http://schemas.openxmlformats.org/drawingml/2006/main">
            <a:off x="868680" y="4599432"/>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9" name="Text 27">
            <a:extLst xmlns:a="http://schemas.openxmlformats.org/drawingml/2006/main">
              <a:ext uri="{FF2B5EF4-FFF2-40B4-BE49-F238E27FC236}">
                <a16:creationId xmlns:a16="http://schemas.microsoft.com/office/drawing/2014/main" id="{DD7BE9A7-BC39-445F-95EB-0ABAA39AB1FE}"/>
              </a:ext>
            </a:extLst>
          </p:cNvPr>
          <p:cNvSpPr>
            <a:spLocks xmlns:a="http://schemas.openxmlformats.org/drawingml/2006/main" noGrp="1"/>
          </p:cNvSpPr>
          <p:nvPr/>
        </p:nvSpPr>
        <p:spPr>
          <a:xfrm xmlns:a="http://schemas.openxmlformats.org/drawingml/2006/main">
            <a:off x="914400" y="4736592"/>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Configuration</a:t>
            </a:r>
            <a:endParaRPr sz="1100"/>
          </a:p>
        </p:txBody>
      </p:sp>
      <p:sp>
        <p:nvSpPr>
          <p:cNvPr id="30" name="Text 28">
            <a:extLst xmlns:a="http://schemas.openxmlformats.org/drawingml/2006/main">
              <a:ext uri="{FF2B5EF4-FFF2-40B4-BE49-F238E27FC236}">
                <a16:creationId xmlns:a16="http://schemas.microsoft.com/office/drawing/2014/main" id="{54DB24B5-370E-48B7-B68A-E462F500B020}"/>
              </a:ext>
            </a:extLst>
          </p:cNvPr>
          <p:cNvSpPr>
            <a:spLocks xmlns:a="http://schemas.openxmlformats.org/drawingml/2006/main" noGrp="1"/>
          </p:cNvSpPr>
          <p:nvPr/>
        </p:nvSpPr>
        <p:spPr>
          <a:xfrm xmlns:a="http://schemas.openxmlformats.org/drawingml/2006/main">
            <a:off x="4343400" y="4736592"/>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Strong secrets</a:t>
            </a:r>
            <a:endParaRPr sz="1100"/>
          </a:p>
        </p:txBody>
      </p:sp>
      <p:sp>
        <p:nvSpPr>
          <p:cNvPr id="31" name="Text 29">
            <a:extLst xmlns:a="http://schemas.openxmlformats.org/drawingml/2006/main">
              <a:ext uri="{FF2B5EF4-FFF2-40B4-BE49-F238E27FC236}">
                <a16:creationId xmlns:a16="http://schemas.microsoft.com/office/drawing/2014/main" id="{CBC67647-C6E9-49D4-B1A8-6C4AC7ACDC81}"/>
              </a:ext>
            </a:extLst>
          </p:cNvPr>
          <p:cNvSpPr>
            <a:spLocks xmlns:a="http://schemas.openxmlformats.org/drawingml/2006/main" noGrp="1"/>
          </p:cNvSpPr>
          <p:nvPr/>
        </p:nvSpPr>
        <p:spPr>
          <a:xfrm xmlns:a="http://schemas.openxmlformats.org/drawingml/2006/main">
            <a:off x="7589520" y="4736592"/>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Set environment</a:t>
            </a:r>
            <a:endParaRPr sz="1100"/>
          </a:p>
        </p:txBody>
      </p:sp>
      <p:sp>
        <p:nvSpPr>
          <p:cNvPr id="32" name="Shape 30">
            <a:extLst xmlns:a="http://schemas.openxmlformats.org/drawingml/2006/main">
              <a:ext uri="{FF2B5EF4-FFF2-40B4-BE49-F238E27FC236}">
                <a16:creationId xmlns:a16="http://schemas.microsoft.com/office/drawing/2014/main" id="{CF627C79-E14B-42CF-A3F9-6356F018999D}"/>
              </a:ext>
            </a:extLst>
          </p:cNvPr>
          <p:cNvSpPr>
            <a:spLocks xmlns:a="http://schemas.openxmlformats.org/drawingml/2006/main" noGrp="1"/>
          </p:cNvSpPr>
          <p:nvPr/>
        </p:nvSpPr>
        <p:spPr>
          <a:xfrm xmlns:a="http://schemas.openxmlformats.org/drawingml/2006/main">
            <a:off x="868680" y="5074920"/>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33" name="Text 31">
            <a:extLst xmlns:a="http://schemas.openxmlformats.org/drawingml/2006/main">
              <a:ext uri="{FF2B5EF4-FFF2-40B4-BE49-F238E27FC236}">
                <a16:creationId xmlns:a16="http://schemas.microsoft.com/office/drawing/2014/main" id="{4F9ACF82-B9F8-4EA1-9606-C81599FEF57A}"/>
              </a:ext>
            </a:extLst>
          </p:cNvPr>
          <p:cNvSpPr>
            <a:spLocks xmlns:a="http://schemas.openxmlformats.org/drawingml/2006/main" noGrp="1"/>
          </p:cNvSpPr>
          <p:nvPr/>
        </p:nvSpPr>
        <p:spPr>
          <a:xfrm xmlns:a="http://schemas.openxmlformats.org/drawingml/2006/main">
            <a:off x="914400" y="5212080"/>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Verification</a:t>
            </a:r>
            <a:endParaRPr sz="1100"/>
          </a:p>
        </p:txBody>
      </p:sp>
      <p:sp>
        <p:nvSpPr>
          <p:cNvPr id="34" name="Text 32">
            <a:extLst xmlns:a="http://schemas.openxmlformats.org/drawingml/2006/main">
              <a:ext uri="{FF2B5EF4-FFF2-40B4-BE49-F238E27FC236}">
                <a16:creationId xmlns:a16="http://schemas.microsoft.com/office/drawing/2014/main" id="{6A330E99-8BFC-49F7-9FE6-5E930472E07F}"/>
              </a:ext>
            </a:extLst>
          </p:cNvPr>
          <p:cNvSpPr>
            <a:spLocks xmlns:a="http://schemas.openxmlformats.org/drawingml/2006/main" noGrp="1"/>
          </p:cNvSpPr>
          <p:nvPr/>
        </p:nvSpPr>
        <p:spPr>
          <a:xfrm xmlns:a="http://schemas.openxmlformats.org/drawingml/2006/main">
            <a:off x="4343400" y="5212080"/>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Login and sales</a:t>
            </a:r>
            <a:endParaRPr sz="1100"/>
          </a:p>
        </p:txBody>
      </p:sp>
      <p:sp>
        <p:nvSpPr>
          <p:cNvPr id="35" name="Text 33">
            <a:extLst xmlns:a="http://schemas.openxmlformats.org/drawingml/2006/main">
              <a:ext uri="{FF2B5EF4-FFF2-40B4-BE49-F238E27FC236}">
                <a16:creationId xmlns:a16="http://schemas.microsoft.com/office/drawing/2014/main" id="{B7F010C9-8F3E-44D9-8A3D-585B87E646DD}"/>
              </a:ext>
            </a:extLst>
          </p:cNvPr>
          <p:cNvSpPr>
            <a:spLocks xmlns:a="http://schemas.openxmlformats.org/drawingml/2006/main" noGrp="1"/>
          </p:cNvSpPr>
          <p:nvPr/>
        </p:nvSpPr>
        <p:spPr>
          <a:xfrm xmlns:a="http://schemas.openxmlformats.org/drawingml/2006/main">
            <a:off x="7589520" y="5212080"/>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Health check</a:t>
            </a:r>
            <a:endParaRPr sz="1100"/>
          </a:p>
        </p:txBody>
      </p:sp>
      <p:sp>
        <p:nvSpPr>
          <p:cNvPr id="36" name="Shape 34">
            <a:extLst xmlns:a="http://schemas.openxmlformats.org/drawingml/2006/main">
              <a:ext uri="{FF2B5EF4-FFF2-40B4-BE49-F238E27FC236}">
                <a16:creationId xmlns:a16="http://schemas.microsoft.com/office/drawing/2014/main" id="{66F5AC86-1D03-4CE5-851E-F2C820387049}"/>
              </a:ext>
            </a:extLst>
          </p:cNvPr>
          <p:cNvSpPr>
            <a:spLocks xmlns:a="http://schemas.openxmlformats.org/drawingml/2006/main" noGrp="1"/>
          </p:cNvSpPr>
          <p:nvPr/>
        </p:nvSpPr>
        <p:spPr>
          <a:xfrm xmlns:a="http://schemas.openxmlformats.org/drawingml/2006/main">
            <a:off x="868680" y="5550408"/>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Tree>
    <p:extLst>
      <p:ext uri="{BB962C8B-B14F-4D97-AF65-F5344CB8AC3E}">
        <p14:creationId xmlns:p14="http://schemas.microsoft.com/office/powerpoint/2010/main" val="334811953"/>
      </p:ext>
    </p:extLst>
  </p:cSld>
</p:sld>
</file>

<file path=ppt/slides/slide2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C111AB-7521-44A4-B1AB-5CA6377CEF6E}"/>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A26FCA25-C9E4-4A98-8425-FD25CACD4F2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LEARNING SHOWCASE</a:t>
            </a:r>
            <a:endParaRPr sz="680"/>
          </a:p>
        </p:txBody>
      </p:sp>
      <p:sp>
        <p:nvSpPr>
          <p:cNvPr id="4" name="Text 2">
            <a:extLst xmlns:a="http://schemas.openxmlformats.org/drawingml/2006/main">
              <a:ext uri="{FF2B5EF4-FFF2-40B4-BE49-F238E27FC236}">
                <a16:creationId xmlns:a16="http://schemas.microsoft.com/office/drawing/2014/main" id="{1C3AAE68-FC23-4110-A798-B6E84476B57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D3FFB94B-A035-42D7-98DE-74DCB561F56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20 · ROADMAP</a:t>
            </a:r>
            <a:endParaRPr sz="900"/>
          </a:p>
        </p:txBody>
      </p:sp>
      <p:sp>
        <p:nvSpPr>
          <p:cNvPr id="6" name="Text 4">
            <a:extLst xmlns:a="http://schemas.openxmlformats.org/drawingml/2006/main">
              <a:ext uri="{FF2B5EF4-FFF2-40B4-BE49-F238E27FC236}">
                <a16:creationId xmlns:a16="http://schemas.microsoft.com/office/drawing/2014/main" id="{A030D3DE-6CDE-4357-A8A8-6B856806503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Next steps after the local MVP</a:t>
            </a:r>
            <a:endParaRPr sz="2700"/>
          </a:p>
        </p:txBody>
      </p:sp>
      <p:sp>
        <p:nvSpPr>
          <p:cNvPr id="7" name="Shape 5">
            <a:extLst xmlns:a="http://schemas.openxmlformats.org/drawingml/2006/main">
              <a:ext uri="{FF2B5EF4-FFF2-40B4-BE49-F238E27FC236}">
                <a16:creationId xmlns:a16="http://schemas.microsoft.com/office/drawing/2014/main" id="{84E4CC62-11CA-4F9C-A793-429618EC8D31}"/>
              </a:ext>
            </a:extLst>
          </p:cNvPr>
          <p:cNvSpPr>
            <a:spLocks xmlns:a="http://schemas.openxmlformats.org/drawingml/2006/main" noGrp="1"/>
          </p:cNvSpPr>
          <p:nvPr/>
        </p:nvSpPr>
        <p:spPr>
          <a:xfrm xmlns:a="http://schemas.openxmlformats.org/drawingml/2006/main">
            <a:off x="987552" y="3108960"/>
            <a:ext cx="10094976" cy="0"/>
          </a:xfrm>
          <a:prstGeom xmlns:a="http://schemas.openxmlformats.org/drawingml/2006/main" prst="line">
            <a:avLst/>
          </a:prstGeom>
          <a:noFill xmlns:a="http://schemas.openxmlformats.org/drawingml/2006/main"/>
          <a:ln xmlns:a="http://schemas.openxmlformats.org/drawingml/2006/main" w="21590">
            <a:solidFill>
              <a:srgbClr val="A7B3C7">
                <a:alpha val="90000"/>
              </a:srgbClr>
            </a:solidFill>
            <a:prstDash val="solid"/>
            <a:headEnd type="none"/>
            <a:tailEnd type="none"/>
          </a:ln>
        </p:spPr>
      </p:sp>
      <p:sp>
        <p:nvSpPr>
          <p:cNvPr id="8" name="Shape 6">
            <a:extLst xmlns:a="http://schemas.openxmlformats.org/drawingml/2006/main">
              <a:ext uri="{FF2B5EF4-FFF2-40B4-BE49-F238E27FC236}">
                <a16:creationId xmlns:a16="http://schemas.microsoft.com/office/drawing/2014/main" id="{D97A1D7D-0422-491E-925C-409A0027DF0F}"/>
              </a:ext>
            </a:extLst>
          </p:cNvPr>
          <p:cNvSpPr>
            <a:spLocks xmlns:a="http://schemas.openxmlformats.org/drawingml/2006/main" noGrp="1"/>
          </p:cNvSpPr>
          <p:nvPr/>
        </p:nvSpPr>
        <p:spPr>
          <a:xfrm xmlns:a="http://schemas.openxmlformats.org/drawingml/2006/main">
            <a:off x="1737360" y="2907792"/>
            <a:ext cx="384048" cy="38404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9C4C0729-03BF-46A3-92A3-3E863143D81A}"/>
              </a:ext>
            </a:extLst>
          </p:cNvPr>
          <p:cNvSpPr>
            <a:spLocks xmlns:a="http://schemas.openxmlformats.org/drawingml/2006/main" noGrp="1"/>
          </p:cNvSpPr>
          <p:nvPr/>
        </p:nvSpPr>
        <p:spPr>
          <a:xfrm xmlns:a="http://schemas.openxmlformats.org/drawingml/2006/main">
            <a:off x="658368"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55E6A5"/>
                </a:solidFill>
                <a:latin typeface="Aptos"/>
                <a:ea typeface="Aptos"/>
                <a:cs typeface="Aptos"/>
              </a:rPr>
              <a:t>NOW</a:t>
            </a:r>
            <a:endParaRPr sz="900"/>
          </a:p>
        </p:txBody>
      </p:sp>
      <p:sp>
        <p:nvSpPr>
          <p:cNvPr id="10" name="Text 8">
            <a:extLst xmlns:a="http://schemas.openxmlformats.org/drawingml/2006/main">
              <a:ext uri="{FF2B5EF4-FFF2-40B4-BE49-F238E27FC236}">
                <a16:creationId xmlns:a16="http://schemas.microsoft.com/office/drawing/2014/main" id="{7E107B62-180C-482F-81D0-92EEA62B944F}"/>
              </a:ext>
            </a:extLst>
          </p:cNvPr>
          <p:cNvSpPr>
            <a:spLocks xmlns:a="http://schemas.openxmlformats.org/drawingml/2006/main" noGrp="1"/>
          </p:cNvSpPr>
          <p:nvPr/>
        </p:nvSpPr>
        <p:spPr>
          <a:xfrm xmlns:a="http://schemas.openxmlformats.org/drawingml/2006/main">
            <a:off x="658368"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LOCAL MVP</a:t>
            </a:r>
            <a:endParaRPr sz="1600"/>
          </a:p>
        </p:txBody>
      </p:sp>
      <p:sp>
        <p:nvSpPr>
          <p:cNvPr id="11" name="Text 9">
            <a:extLst xmlns:a="http://schemas.openxmlformats.org/drawingml/2006/main">
              <a:ext uri="{FF2B5EF4-FFF2-40B4-BE49-F238E27FC236}">
                <a16:creationId xmlns:a16="http://schemas.microsoft.com/office/drawing/2014/main" id="{8E7714D3-E77D-4AD0-AA55-738B24D8537A}"/>
              </a:ext>
            </a:extLst>
          </p:cNvPr>
          <p:cNvSpPr>
            <a:spLocks xmlns:a="http://schemas.openxmlformats.org/drawingml/2006/main" noGrp="1"/>
          </p:cNvSpPr>
          <p:nvPr/>
        </p:nvSpPr>
        <p:spPr>
          <a:xfrm xmlns:a="http://schemas.openxmlformats.org/drawingml/2006/main">
            <a:off x="658368"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EN / ES</a:t>
            </a:r>
            <a:endParaRPr sz="1050"/>
          </a:p>
        </p:txBody>
      </p:sp>
      <p:sp>
        <p:nvSpPr>
          <p:cNvPr id="12" name="Shape 10">
            <a:extLst xmlns:a="http://schemas.openxmlformats.org/drawingml/2006/main">
              <a:ext uri="{FF2B5EF4-FFF2-40B4-BE49-F238E27FC236}">
                <a16:creationId xmlns:a16="http://schemas.microsoft.com/office/drawing/2014/main" id="{01386679-4E1C-4AD6-A77B-E054A5326F6C}"/>
              </a:ext>
            </a:extLst>
          </p:cNvPr>
          <p:cNvSpPr>
            <a:spLocks xmlns:a="http://schemas.openxmlformats.org/drawingml/2006/main" noGrp="1"/>
          </p:cNvSpPr>
          <p:nvPr/>
        </p:nvSpPr>
        <p:spPr>
          <a:xfrm xmlns:a="http://schemas.openxmlformats.org/drawingml/2006/main">
            <a:off x="4636008" y="2907792"/>
            <a:ext cx="384048" cy="38404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8C2491A1-6F4A-4A15-A882-CA20AA8D9BB4}"/>
              </a:ext>
            </a:extLst>
          </p:cNvPr>
          <p:cNvSpPr>
            <a:spLocks xmlns:a="http://schemas.openxmlformats.org/drawingml/2006/main" noGrp="1"/>
          </p:cNvSpPr>
          <p:nvPr/>
        </p:nvSpPr>
        <p:spPr>
          <a:xfrm xmlns:a="http://schemas.openxmlformats.org/drawingml/2006/main">
            <a:off x="3557016"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31D7FF"/>
                </a:solidFill>
                <a:latin typeface="Aptos"/>
                <a:ea typeface="Aptos"/>
                <a:cs typeface="Aptos"/>
              </a:rPr>
              <a:t>NEXT</a:t>
            </a:r>
            <a:endParaRPr sz="900"/>
          </a:p>
        </p:txBody>
      </p:sp>
      <p:sp>
        <p:nvSpPr>
          <p:cNvPr id="14" name="Text 12">
            <a:extLst xmlns:a="http://schemas.openxmlformats.org/drawingml/2006/main">
              <a:ext uri="{FF2B5EF4-FFF2-40B4-BE49-F238E27FC236}">
                <a16:creationId xmlns:a16="http://schemas.microsoft.com/office/drawing/2014/main" id="{2594DA65-3865-4ACE-86E9-D21A9D02F2A4}"/>
              </a:ext>
            </a:extLst>
          </p:cNvPr>
          <p:cNvSpPr>
            <a:spLocks xmlns:a="http://schemas.openxmlformats.org/drawingml/2006/main" noGrp="1"/>
          </p:cNvSpPr>
          <p:nvPr/>
        </p:nvSpPr>
        <p:spPr>
          <a:xfrm xmlns:a="http://schemas.openxmlformats.org/drawingml/2006/main">
            <a:off x="3557016"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RENDER SETUP</a:t>
            </a:r>
            <a:endParaRPr sz="1600"/>
          </a:p>
        </p:txBody>
      </p:sp>
      <p:sp>
        <p:nvSpPr>
          <p:cNvPr id="15" name="Text 13">
            <a:extLst xmlns:a="http://schemas.openxmlformats.org/drawingml/2006/main">
              <a:ext uri="{FF2B5EF4-FFF2-40B4-BE49-F238E27FC236}">
                <a16:creationId xmlns:a16="http://schemas.microsoft.com/office/drawing/2014/main" id="{096AAC86-ED20-44C2-9E93-A464F456ECDA}"/>
              </a:ext>
            </a:extLst>
          </p:cNvPr>
          <p:cNvSpPr>
            <a:spLocks xmlns:a="http://schemas.openxmlformats.org/drawingml/2006/main" noGrp="1"/>
          </p:cNvSpPr>
          <p:nvPr/>
        </p:nvSpPr>
        <p:spPr>
          <a:xfrm xmlns:a="http://schemas.openxmlformats.org/drawingml/2006/main">
            <a:off x="3557016"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Persistence plan</a:t>
            </a:r>
            <a:endParaRPr sz="1050"/>
          </a:p>
        </p:txBody>
      </p:sp>
      <p:sp>
        <p:nvSpPr>
          <p:cNvPr id="16" name="Shape 14">
            <a:extLst xmlns:a="http://schemas.openxmlformats.org/drawingml/2006/main">
              <a:ext uri="{FF2B5EF4-FFF2-40B4-BE49-F238E27FC236}">
                <a16:creationId xmlns:a16="http://schemas.microsoft.com/office/drawing/2014/main" id="{DBE78F27-795A-40FA-AB69-A77821CB68BD}"/>
              </a:ext>
            </a:extLst>
          </p:cNvPr>
          <p:cNvSpPr>
            <a:spLocks xmlns:a="http://schemas.openxmlformats.org/drawingml/2006/main" noGrp="1"/>
          </p:cNvSpPr>
          <p:nvPr/>
        </p:nvSpPr>
        <p:spPr>
          <a:xfrm xmlns:a="http://schemas.openxmlformats.org/drawingml/2006/main">
            <a:off x="7534656" y="2907792"/>
            <a:ext cx="384048" cy="38404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C7856B0B-F767-44AF-8ECE-18058BD7E6EA}"/>
              </a:ext>
            </a:extLst>
          </p:cNvPr>
          <p:cNvSpPr>
            <a:spLocks xmlns:a="http://schemas.openxmlformats.org/drawingml/2006/main" noGrp="1"/>
          </p:cNvSpPr>
          <p:nvPr/>
        </p:nvSpPr>
        <p:spPr>
          <a:xfrm xmlns:a="http://schemas.openxmlformats.org/drawingml/2006/main">
            <a:off x="6455664"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8A5CFF"/>
                </a:solidFill>
                <a:latin typeface="Aptos"/>
                <a:ea typeface="Aptos"/>
                <a:cs typeface="Aptos"/>
              </a:rPr>
              <a:t>THEN</a:t>
            </a:r>
            <a:endParaRPr sz="900"/>
          </a:p>
        </p:txBody>
      </p:sp>
      <p:sp>
        <p:nvSpPr>
          <p:cNvPr id="18" name="Text 16">
            <a:extLst xmlns:a="http://schemas.openxmlformats.org/drawingml/2006/main">
              <a:ext uri="{FF2B5EF4-FFF2-40B4-BE49-F238E27FC236}">
                <a16:creationId xmlns:a16="http://schemas.microsoft.com/office/drawing/2014/main" id="{527DE68A-511C-4701-A570-22C34176DCCB}"/>
              </a:ext>
            </a:extLst>
          </p:cNvPr>
          <p:cNvSpPr>
            <a:spLocks xmlns:a="http://schemas.openxmlformats.org/drawingml/2006/main" noGrp="1"/>
          </p:cNvSpPr>
          <p:nvPr/>
        </p:nvSpPr>
        <p:spPr>
          <a:xfrm xmlns:a="http://schemas.openxmlformats.org/drawingml/2006/main">
            <a:off x="6455664"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HOSTED DEMO</a:t>
            </a:r>
            <a:endParaRPr sz="1600"/>
          </a:p>
        </p:txBody>
      </p:sp>
      <p:sp>
        <p:nvSpPr>
          <p:cNvPr id="19" name="Text 17">
            <a:extLst xmlns:a="http://schemas.openxmlformats.org/drawingml/2006/main">
              <a:ext uri="{FF2B5EF4-FFF2-40B4-BE49-F238E27FC236}">
                <a16:creationId xmlns:a16="http://schemas.microsoft.com/office/drawing/2014/main" id="{0B6B31C7-9256-4E2F-844B-20C881BF21AE}"/>
              </a:ext>
            </a:extLst>
          </p:cNvPr>
          <p:cNvSpPr>
            <a:spLocks xmlns:a="http://schemas.openxmlformats.org/drawingml/2006/main" noGrp="1"/>
          </p:cNvSpPr>
          <p:nvPr/>
        </p:nvSpPr>
        <p:spPr>
          <a:xfrm xmlns:a="http://schemas.openxmlformats.org/drawingml/2006/main">
            <a:off x="6455664"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Verify live flows</a:t>
            </a:r>
            <a:endParaRPr sz="1050"/>
          </a:p>
        </p:txBody>
      </p:sp>
      <p:sp>
        <p:nvSpPr>
          <p:cNvPr id="20" name="Shape 18">
            <a:extLst xmlns:a="http://schemas.openxmlformats.org/drawingml/2006/main">
              <a:ext uri="{FF2B5EF4-FFF2-40B4-BE49-F238E27FC236}">
                <a16:creationId xmlns:a16="http://schemas.microsoft.com/office/drawing/2014/main" id="{5F913305-4AC7-4677-8408-33CCCA3F6902}"/>
              </a:ext>
            </a:extLst>
          </p:cNvPr>
          <p:cNvSpPr>
            <a:spLocks xmlns:a="http://schemas.openxmlformats.org/drawingml/2006/main" noGrp="1"/>
          </p:cNvSpPr>
          <p:nvPr/>
        </p:nvSpPr>
        <p:spPr>
          <a:xfrm xmlns:a="http://schemas.openxmlformats.org/drawingml/2006/main">
            <a:off x="10433304" y="2907792"/>
            <a:ext cx="384048" cy="384048"/>
          </a:xfrm>
          <a:prstGeom xmlns:a="http://schemas.openxmlformats.org/drawingml/2006/main" prst="ellipse">
            <a:avLst/>
          </a:prstGeom>
          <a:solidFill xmlns:a="http://schemas.openxmlformats.org/drawingml/2006/main">
            <a:srgbClr val="FF6B6B"/>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A8A1CD36-782A-4C54-9391-13432D7256C2}"/>
              </a:ext>
            </a:extLst>
          </p:cNvPr>
          <p:cNvSpPr>
            <a:spLocks xmlns:a="http://schemas.openxmlformats.org/drawingml/2006/main" noGrp="1"/>
          </p:cNvSpPr>
          <p:nvPr/>
        </p:nvSpPr>
        <p:spPr>
          <a:xfrm xmlns:a="http://schemas.openxmlformats.org/drawingml/2006/main">
            <a:off x="9354312"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FF6B6B"/>
                </a:solidFill>
                <a:latin typeface="Aptos"/>
                <a:ea typeface="Aptos"/>
                <a:cs typeface="Aptos"/>
              </a:rPr>
              <a:t>LATER</a:t>
            </a:r>
            <a:endParaRPr sz="900"/>
          </a:p>
        </p:txBody>
      </p:sp>
      <p:sp>
        <p:nvSpPr>
          <p:cNvPr id="22" name="Text 20">
            <a:extLst xmlns:a="http://schemas.openxmlformats.org/drawingml/2006/main">
              <a:ext uri="{FF2B5EF4-FFF2-40B4-BE49-F238E27FC236}">
                <a16:creationId xmlns:a16="http://schemas.microsoft.com/office/drawing/2014/main" id="{606363EC-87B9-4EC7-8E70-C4B4C05968D3}"/>
              </a:ext>
            </a:extLst>
          </p:cNvPr>
          <p:cNvSpPr>
            <a:spLocks xmlns:a="http://schemas.openxmlformats.org/drawingml/2006/main" noGrp="1"/>
          </p:cNvSpPr>
          <p:nvPr/>
        </p:nvSpPr>
        <p:spPr>
          <a:xfrm xmlns:a="http://schemas.openxmlformats.org/drawingml/2006/main">
            <a:off x="9354312"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AI FEATURES</a:t>
            </a:r>
            <a:endParaRPr sz="1600"/>
          </a:p>
        </p:txBody>
      </p:sp>
      <p:sp>
        <p:nvSpPr>
          <p:cNvPr id="23" name="Text 21">
            <a:extLst xmlns:a="http://schemas.openxmlformats.org/drawingml/2006/main">
              <a:ext uri="{FF2B5EF4-FFF2-40B4-BE49-F238E27FC236}">
                <a16:creationId xmlns:a16="http://schemas.microsoft.com/office/drawing/2014/main" id="{AE6DA751-9D9E-4202-9D99-F3163E61E5F5}"/>
              </a:ext>
            </a:extLst>
          </p:cNvPr>
          <p:cNvSpPr>
            <a:spLocks xmlns:a="http://schemas.openxmlformats.org/drawingml/2006/main" noGrp="1"/>
          </p:cNvSpPr>
          <p:nvPr/>
        </p:nvSpPr>
        <p:spPr>
          <a:xfrm xmlns:a="http://schemas.openxmlformats.org/drawingml/2006/main">
            <a:off x="9354312"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Forecasting and branches</a:t>
            </a:r>
            <a:endParaRPr sz="1050"/>
          </a:p>
        </p:txBody>
      </p:sp>
      <p:sp>
        <p:nvSpPr>
          <p:cNvPr id="24" name="Shape 22">
            <a:extLst xmlns:a="http://schemas.openxmlformats.org/drawingml/2006/main">
              <a:ext uri="{FF2B5EF4-FFF2-40B4-BE49-F238E27FC236}">
                <a16:creationId xmlns:a16="http://schemas.microsoft.com/office/drawing/2014/main" id="{CD2FFFD6-248F-4848-8DB7-9D382D77541D}"/>
              </a:ext>
            </a:extLst>
          </p:cNvPr>
          <p:cNvSpPr>
            <a:spLocks xmlns:a="http://schemas.openxmlformats.org/drawingml/2006/main" noGrp="1"/>
          </p:cNvSpPr>
          <p:nvPr/>
        </p:nvSpPr>
        <p:spPr>
          <a:xfrm xmlns:a="http://schemas.openxmlformats.org/drawingml/2006/main">
            <a:off x="3904488" y="5394960"/>
            <a:ext cx="437083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5" name="Text 23">
            <a:extLst xmlns:a="http://schemas.openxmlformats.org/drawingml/2006/main">
              <a:ext uri="{FF2B5EF4-FFF2-40B4-BE49-F238E27FC236}">
                <a16:creationId xmlns:a16="http://schemas.microsoft.com/office/drawing/2014/main" id="{C82C4DE9-A6A4-4E8E-95E0-E500CE9C5062}"/>
              </a:ext>
            </a:extLst>
          </p:cNvPr>
          <p:cNvSpPr>
            <a:spLocks xmlns:a="http://schemas.openxmlformats.org/drawingml/2006/main" noGrp="1"/>
          </p:cNvSpPr>
          <p:nvPr/>
        </p:nvSpPr>
        <p:spPr>
          <a:xfrm xmlns:a="http://schemas.openxmlformats.org/drawingml/2006/main">
            <a:off x="3977640" y="5413248"/>
            <a:ext cx="4224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VERIFIED STEPS BEFORE A LIVE DEMO</a:t>
            </a:r>
            <a:endParaRPr sz="820"/>
          </a:p>
        </p:txBody>
      </p:sp>
    </p:spTree>
    <p:extLst>
      <p:ext uri="{BB962C8B-B14F-4D97-AF65-F5344CB8AC3E}">
        <p14:creationId xmlns:p14="http://schemas.microsoft.com/office/powerpoint/2010/main" val="744235309"/>
      </p:ext>
    </p:extLst>
  </p:cSld>
</p:sld>
</file>

<file path=ppt/slides/slide2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d02a21e042a141ff"/>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53D61D0-5BAC-4DC2-9780-F82D8F80DD7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75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DFB45ECC-AFA4-44B4-9098-73F5D216121D}"/>
              </a:ext>
            </a:extLst>
          </p:cNvPr>
          <p:cNvSpPr>
            <a:spLocks xmlns:a="http://schemas.openxmlformats.org/drawingml/2006/main" noGrp="1"/>
          </p:cNvSpPr>
          <p:nvPr/>
        </p:nvSpPr>
        <p:spPr>
          <a:xfrm xmlns:a="http://schemas.openxmlformats.org/drawingml/2006/main">
            <a:off x="0" y="0"/>
            <a:ext cx="6720840" cy="6858000"/>
          </a:xfrm>
          <a:prstGeom xmlns:a="http://schemas.openxmlformats.org/drawingml/2006/main" prst="rect">
            <a:avLst/>
          </a:prstGeom>
          <a:solidFill xmlns:a="http://schemas.openxmlformats.org/drawingml/2006/main">
            <a:srgbClr val="07111F">
              <a:alpha val="95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7D9F672B-DD67-4C13-B0A7-CAB28B61E5AD}"/>
              </a:ext>
            </a:extLst>
          </p:cNvPr>
          <p:cNvSpPr>
            <a:spLocks xmlns:a="http://schemas.openxmlformats.org/drawingml/2006/main" noGrp="1"/>
          </p:cNvSpPr>
          <p:nvPr/>
        </p:nvSpPr>
        <p:spPr>
          <a:xfrm xmlns:a="http://schemas.openxmlformats.org/drawingml/2006/main">
            <a:off x="658368" y="694944"/>
            <a:ext cx="414772" cy="41477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6" name="Shape 3">
            <a:extLst xmlns:a="http://schemas.openxmlformats.org/drawingml/2006/main">
              <a:ext uri="{FF2B5EF4-FFF2-40B4-BE49-F238E27FC236}">
                <a16:creationId xmlns:a16="http://schemas.microsoft.com/office/drawing/2014/main" id="{0C452A42-1BEA-4F1E-B6A0-DCE17166AD07}"/>
              </a:ext>
            </a:extLst>
          </p:cNvPr>
          <p:cNvSpPr>
            <a:spLocks xmlns:a="http://schemas.openxmlformats.org/drawingml/2006/main" noGrp="1"/>
          </p:cNvSpPr>
          <p:nvPr/>
        </p:nvSpPr>
        <p:spPr>
          <a:xfrm xmlns:a="http://schemas.openxmlformats.org/drawingml/2006/main">
            <a:off x="757123" y="882579"/>
            <a:ext cx="217261" cy="0"/>
          </a:xfrm>
          <a:prstGeom xmlns:a="http://schemas.openxmlformats.org/drawingml/2006/main" prst="line">
            <a:avLst/>
          </a:prstGeom>
          <a:noFill xmlns:a="http://schemas.openxmlformats.org/drawingml/2006/main"/>
          <a:ln xmlns:a="http://schemas.openxmlformats.org/drawingml/2006/main" w="27432">
            <a:solidFill>
              <a:srgbClr val="101827"/>
            </a:solidFill>
            <a:prstDash val="solid"/>
          </a:ln>
        </p:spPr>
      </p:sp>
      <p:sp>
        <p:nvSpPr>
          <p:cNvPr id="7" name="Text 4">
            <a:extLst xmlns:a="http://schemas.openxmlformats.org/drawingml/2006/main">
              <a:ext uri="{FF2B5EF4-FFF2-40B4-BE49-F238E27FC236}">
                <a16:creationId xmlns:a16="http://schemas.microsoft.com/office/drawing/2014/main" id="{3002FBC9-C39E-4E97-8B36-2532CC9C10BA}"/>
              </a:ext>
            </a:extLst>
          </p:cNvPr>
          <p:cNvSpPr>
            <a:spLocks xmlns:a="http://schemas.openxmlformats.org/drawingml/2006/main" noGrp="1"/>
          </p:cNvSpPr>
          <p:nvPr/>
        </p:nvSpPr>
        <p:spPr>
          <a:xfrm xmlns:a="http://schemas.openxmlformats.org/drawingml/2006/main">
            <a:off x="1152144" y="685068"/>
            <a:ext cx="1599834" cy="4147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4" b="1">
                <a:solidFill>
                  <a:srgbClr val="FFFFFF"/>
                </a:solidFill>
                <a:latin typeface="Aptos"/>
                <a:ea typeface="Aptos"/>
                <a:cs typeface="Aptos"/>
              </a:rPr>
              <a:t>código facilito</a:t>
            </a:r>
            <a:endParaRPr sz="1404"/>
          </a:p>
        </p:txBody>
      </p:sp>
      <p:sp>
        <p:nvSpPr>
          <p:cNvPr id="8" name="Text 5">
            <a:extLst xmlns:a="http://schemas.openxmlformats.org/drawingml/2006/main">
              <a:ext uri="{FF2B5EF4-FFF2-40B4-BE49-F238E27FC236}">
                <a16:creationId xmlns:a16="http://schemas.microsoft.com/office/drawing/2014/main" id="{DB605076-260B-4A63-BCEC-FF4315381255}"/>
              </a:ext>
            </a:extLst>
          </p:cNvPr>
          <p:cNvSpPr>
            <a:spLocks xmlns:a="http://schemas.openxmlformats.org/drawingml/2006/main" noGrp="1"/>
          </p:cNvSpPr>
          <p:nvPr/>
        </p:nvSpPr>
        <p:spPr>
          <a:xfrm xmlns:a="http://schemas.openxmlformats.org/drawingml/2006/main">
            <a:off x="2850733" y="724571"/>
            <a:ext cx="256764" cy="3357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12" b="1">
                <a:solidFill>
                  <a:srgbClr val="A7B3C7"/>
                </a:solidFill>
                <a:latin typeface="Aptos"/>
                <a:ea typeface="Aptos"/>
                <a:cs typeface="Aptos"/>
              </a:rPr>
              <a:t>×</a:t>
            </a:r>
            <a:endParaRPr sz="1512"/>
          </a:p>
        </p:txBody>
      </p:sp>
      <p:sp>
        <p:nvSpPr>
          <p:cNvPr id="13" name="Text 10">
            <a:extLst xmlns:a="http://schemas.openxmlformats.org/drawingml/2006/main">
              <a:ext uri="{FF2B5EF4-FFF2-40B4-BE49-F238E27FC236}">
                <a16:creationId xmlns:a16="http://schemas.microsoft.com/office/drawing/2014/main" id="{B8CBAD4F-7985-454E-961F-491AF14F7D7E}"/>
              </a:ext>
            </a:extLst>
          </p:cNvPr>
          <p:cNvSpPr>
            <a:spLocks xmlns:a="http://schemas.openxmlformats.org/drawingml/2006/main" noGrp="1"/>
          </p:cNvSpPr>
          <p:nvPr/>
        </p:nvSpPr>
        <p:spPr>
          <a:xfrm xmlns:a="http://schemas.openxmlformats.org/drawingml/2006/main">
            <a:off x="658368" y="1618488"/>
            <a:ext cx="4572000" cy="6675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3900" b="1">
                <a:solidFill>
                  <a:srgbClr val="FFFFFF"/>
                </a:solidFill>
                <a:latin typeface="Aptos"/>
                <a:ea typeface="Aptos"/>
                <a:cs typeface="Aptos"/>
              </a:rPr>
              <a:t>Thank you</a:t>
            </a:r>
            <a:endParaRPr sz="3900"/>
          </a:p>
        </p:txBody>
      </p:sp>
      <p:sp>
        <p:nvSpPr>
          <p:cNvPr id="14" name="Text 11">
            <a:extLst xmlns:a="http://schemas.openxmlformats.org/drawingml/2006/main">
              <a:ext uri="{FF2B5EF4-FFF2-40B4-BE49-F238E27FC236}">
                <a16:creationId xmlns:a16="http://schemas.microsoft.com/office/drawing/2014/main" id="{814B7A48-AB24-4095-990C-114051CCE451}"/>
              </a:ext>
            </a:extLst>
          </p:cNvPr>
          <p:cNvSpPr>
            <a:spLocks xmlns:a="http://schemas.openxmlformats.org/drawingml/2006/main" noGrp="1"/>
          </p:cNvSpPr>
          <p:nvPr/>
        </p:nvSpPr>
        <p:spPr>
          <a:xfrm xmlns:a="http://schemas.openxmlformats.org/drawingml/2006/main">
            <a:off x="658368" y="2359152"/>
            <a:ext cx="4754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3100" b="1">
                <a:solidFill>
                  <a:srgbClr val="31D7FF"/>
                </a:solidFill>
                <a:latin typeface="Aptos"/>
                <a:ea typeface="Aptos"/>
                <a:cs typeface="Aptos"/>
              </a:rPr>
              <a:t>Questions?</a:t>
            </a:r>
            <a:endParaRPr sz="3100"/>
          </a:p>
        </p:txBody>
      </p:sp>
      <p:sp>
        <p:nvSpPr>
          <p:cNvPr id="15" name="Text 12">
            <a:extLst xmlns:a="http://schemas.openxmlformats.org/drawingml/2006/main">
              <a:ext uri="{FF2B5EF4-FFF2-40B4-BE49-F238E27FC236}">
                <a16:creationId xmlns:a16="http://schemas.microsoft.com/office/drawing/2014/main" id="{5F4201B9-FDB9-4311-B7DB-E4870924E129}"/>
              </a:ext>
            </a:extLst>
          </p:cNvPr>
          <p:cNvSpPr>
            <a:spLocks xmlns:a="http://schemas.openxmlformats.org/drawingml/2006/main" noGrp="1"/>
          </p:cNvSpPr>
          <p:nvPr/>
        </p:nvSpPr>
        <p:spPr>
          <a:xfrm xmlns:a="http://schemas.openxmlformats.org/drawingml/2006/main">
            <a:off x="685800" y="321868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A7B3C7"/>
                </a:solidFill>
                <a:latin typeface="Aptos"/>
                <a:ea typeface="Aptos"/>
                <a:cs typeface="Aptos"/>
              </a:rPr>
              <a:t>POS AI-First MVP</a:t>
            </a:r>
            <a:endParaRPr sz="1300"/>
          </a:p>
        </p:txBody>
      </p:sp>
      <p:sp>
        <p:nvSpPr>
          <p:cNvPr id="16" name="Text 13">
            <a:extLst xmlns:a="http://schemas.openxmlformats.org/drawingml/2006/main">
              <a:ext uri="{FF2B5EF4-FFF2-40B4-BE49-F238E27FC236}">
                <a16:creationId xmlns:a16="http://schemas.microsoft.com/office/drawing/2014/main" id="{2D502D13-B46B-4DAF-A583-89308CD55054}"/>
              </a:ext>
            </a:extLst>
          </p:cNvPr>
          <p:cNvSpPr>
            <a:spLocks xmlns:a="http://schemas.openxmlformats.org/drawingml/2006/main" noGrp="1"/>
          </p:cNvSpPr>
          <p:nvPr/>
        </p:nvSpPr>
        <p:spPr>
          <a:xfrm xmlns:a="http://schemas.openxmlformats.org/drawingml/2006/main">
            <a:off x="685800" y="3602736"/>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Educational showcase 2026</a:t>
            </a:r>
            <a:endParaRPr sz="1100"/>
          </a:p>
        </p:txBody>
      </p:sp>
      <p:sp>
        <p:nvSpPr>
          <p:cNvPr id="17" name="Shape 14">
            <a:extLst xmlns:a="http://schemas.openxmlformats.org/drawingml/2006/main">
              <a:ext uri="{FF2B5EF4-FFF2-40B4-BE49-F238E27FC236}">
                <a16:creationId xmlns:a16="http://schemas.microsoft.com/office/drawing/2014/main" id="{38295CA0-16C7-4B9E-8B56-9914E85DED8A}"/>
              </a:ext>
            </a:extLst>
          </p:cNvPr>
          <p:cNvSpPr>
            <a:spLocks xmlns:a="http://schemas.openxmlformats.org/drawingml/2006/main" noGrp="1"/>
          </p:cNvSpPr>
          <p:nvPr/>
        </p:nvSpPr>
        <p:spPr>
          <a:xfrm xmlns:a="http://schemas.openxmlformats.org/drawingml/2006/main">
            <a:off x="685800" y="4800600"/>
            <a:ext cx="4443984" cy="658368"/>
          </a:xfrm>
          <a:prstGeom xmlns:a="http://schemas.openxmlformats.org/drawingml/2006/main" prst="roundRect">
            <a:avLst>
              <a:gd name="adj" fmla="val 22222"/>
            </a:avLst>
          </a:prstGeom>
          <a:solidFill xmlns:a="http://schemas.openxmlformats.org/drawingml/2006/main">
            <a:srgbClr val="0C1A2A"/>
          </a:solidFill>
          <a:ln xmlns:a="http://schemas.openxmlformats.org/drawingml/2006/main" w="12700">
            <a:solidFill>
              <a:srgbClr val="8A5CFF"/>
            </a:solidFill>
            <a:prstDash val="solid"/>
          </a:ln>
        </p:spPr>
      </p:sp>
      <p:sp>
        <p:nvSpPr>
          <p:cNvPr id="18" name="Text 15">
            <a:extLst xmlns:a="http://schemas.openxmlformats.org/drawingml/2006/main">
              <a:ext uri="{FF2B5EF4-FFF2-40B4-BE49-F238E27FC236}">
                <a16:creationId xmlns:a16="http://schemas.microsoft.com/office/drawing/2014/main" id="{0ABB71DC-172A-4F52-8515-955208A21440}"/>
              </a:ext>
            </a:extLst>
          </p:cNvPr>
          <p:cNvSpPr>
            <a:spLocks xmlns:a="http://schemas.openxmlformats.org/drawingml/2006/main" noGrp="1"/>
          </p:cNvSpPr>
          <p:nvPr/>
        </p:nvSpPr>
        <p:spPr>
          <a:xfrm xmlns:a="http://schemas.openxmlformats.org/drawingml/2006/main">
            <a:off x="932688" y="4992624"/>
            <a:ext cx="3931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spc="120">
                <a:solidFill>
                  <a:srgbClr val="FFFFFF"/>
                </a:solidFill>
                <a:latin typeface="Aptos"/>
                <a:ea typeface="Aptos"/>
                <a:cs typeface="Aptos"/>
              </a:rPr>
              <a:t> </a:t>
            </a:r>
            <a:endParaRPr sz="1100"/>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7f1b0b9d4814f56"/>
          <a:stretch xmlns:a="http://schemas.openxmlformats.org/drawingml/2006/main"/>
        </p:blipFill>
        <p:spPr>
          <a:xfrm xmlns:a="http://schemas.openxmlformats.org/drawingml/2006/main">
            <a:off x="3190875" y="733641"/>
            <a:ext cx="1104900" cy="344469"/>
          </a:xfrm>
          <a:prstGeom xmlns:a="http://schemas.openxmlformats.org/drawingml/2006/main" prst="rect">
            <a:avLst/>
          </a:prstGeom>
        </p:spPr>
      </p:pic>
    </p:spTree>
    <p:extLst>
      <p:ext uri="{BB962C8B-B14F-4D97-AF65-F5344CB8AC3E}">
        <p14:creationId xmlns:p14="http://schemas.microsoft.com/office/powerpoint/2010/main" val="4392087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2026-09-27T18:13:19.8790000Z</dcterms:created>
  <dcterms:modified xsi:type="dcterms:W3CDTF">2026-09-27T18:13:19.8790000Z</dcterms:modified>
</coreProperties>
</file>